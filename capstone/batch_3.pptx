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70" r:id="rId2"/>
    <p:sldId id="277" r:id="rId3"/>
    <p:sldId id="259" r:id="rId4"/>
    <p:sldId id="257" r:id="rId5"/>
    <p:sldId id="283" r:id="rId6"/>
    <p:sldId id="279" r:id="rId7"/>
    <p:sldId id="260" r:id="rId8"/>
    <p:sldId id="271" r:id="rId9"/>
    <p:sldId id="288" r:id="rId10"/>
    <p:sldId id="290" r:id="rId11"/>
    <p:sldId id="278" r:id="rId12"/>
    <p:sldId id="282" r:id="rId13"/>
    <p:sldId id="291" r:id="rId14"/>
    <p:sldId id="293" r:id="rId15"/>
    <p:sldId id="292" r:id="rId16"/>
    <p:sldId id="296" r:id="rId17"/>
    <p:sldId id="297" r:id="rId18"/>
    <p:sldId id="275" r:id="rId19"/>
    <p:sldId id="300" r:id="rId20"/>
    <p:sldId id="286" r:id="rId21"/>
    <p:sldId id="287" r:id="rId22"/>
    <p:sldId id="264" r:id="rId23"/>
    <p:sldId id="284" r:id="rId24"/>
    <p:sldId id="285" r:id="rId25"/>
    <p:sldId id="267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DB9CA"/>
    <a:srgbClr val="ACB9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hyperlink" Target="https://roomsbooked.com/hotels/ed0736d6-4bcf-4194-916e-4e00a3fcf3ef?start=29%2F11%2F2025&amp;end=30%2F11%2F2025" TargetMode="External"/><Relationship Id="rId1" Type="http://schemas.openxmlformats.org/officeDocument/2006/relationships/image" Target="../media/image2.jpg"/><Relationship Id="rId6" Type="http://schemas.openxmlformats.org/officeDocument/2006/relationships/hyperlink" Target="https://iristina.blogspot.com/2011/12/newton-iowa-holiday-inn-express.html" TargetMode="External"/><Relationship Id="rId5" Type="http://schemas.openxmlformats.org/officeDocument/2006/relationships/image" Target="../media/image4.JPG"/><Relationship Id="rId4" Type="http://schemas.openxmlformats.org/officeDocument/2006/relationships/hyperlink" Target="https://iristina.blogspot.com/2011/10/midland-michigan-holiday-inn.html" TargetMode="Externa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hyperlink" Target="https://commons.wikimedia.org/wiki/Category:Beds_in_Finland" TargetMode="External"/><Relationship Id="rId1" Type="http://schemas.openxmlformats.org/officeDocument/2006/relationships/image" Target="../media/image5.jpg"/><Relationship Id="rId6" Type="http://schemas.openxmlformats.org/officeDocument/2006/relationships/hyperlink" Target="https://www.indiamart.com/proddetail/hotel-booking-sightseeing-transfers-services-20987080448.html" TargetMode="External"/><Relationship Id="rId5" Type="http://schemas.openxmlformats.org/officeDocument/2006/relationships/image" Target="../media/image7.jpg"/><Relationship Id="rId4" Type="http://schemas.openxmlformats.org/officeDocument/2006/relationships/hyperlink" Target="https://www.flickr.com/photos/mal-gallery/25497325908/" TargetMode="External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hyperlink" Target="https://roomsbooked.com/hotels/ed0736d6-4bcf-4194-916e-4e00a3fcf3ef?start=29%2F11%2F2025&amp;end=30%2F11%2F2025" TargetMode="External"/><Relationship Id="rId1" Type="http://schemas.openxmlformats.org/officeDocument/2006/relationships/image" Target="../media/image2.jpg"/><Relationship Id="rId6" Type="http://schemas.openxmlformats.org/officeDocument/2006/relationships/hyperlink" Target="https://iristina.blogspot.com/2011/12/newton-iowa-holiday-inn-express.html" TargetMode="External"/><Relationship Id="rId5" Type="http://schemas.openxmlformats.org/officeDocument/2006/relationships/image" Target="../media/image4.JPG"/><Relationship Id="rId4" Type="http://schemas.openxmlformats.org/officeDocument/2006/relationships/hyperlink" Target="https://iristina.blogspot.com/2011/10/midland-michigan-holiday-inn.html" TargetMode="External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hyperlink" Target="https://commons.wikimedia.org/wiki/Category:Beds_in_Finland" TargetMode="External"/><Relationship Id="rId1" Type="http://schemas.openxmlformats.org/officeDocument/2006/relationships/image" Target="../media/image5.jpg"/><Relationship Id="rId6" Type="http://schemas.openxmlformats.org/officeDocument/2006/relationships/hyperlink" Target="https://www.indiamart.com/proddetail/hotel-booking-sightseeing-transfers-services-20987080448.html" TargetMode="External"/><Relationship Id="rId5" Type="http://schemas.openxmlformats.org/officeDocument/2006/relationships/image" Target="../media/image7.jpg"/><Relationship Id="rId4" Type="http://schemas.openxmlformats.org/officeDocument/2006/relationships/hyperlink" Target="https://www.flickr.com/photos/mal-gallery/25497325908/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#3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#4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#5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#6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#7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#8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8EB1158-826E-4D4C-9D3A-D42667A0738A}" type="doc">
      <dgm:prSet loTypeId="urn:microsoft.com/office/officeart/2005/8/layout/vList4" loCatId="list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en-IN"/>
        </a:p>
      </dgm:t>
    </dgm:pt>
    <dgm:pt modelId="{24234B8A-FB32-409D-B727-8D117E477D1A}">
      <dgm:prSet phldrT="[Text]" custT="1"/>
      <dgm:spPr>
        <a:solidFill>
          <a:schemeClr val="accent5">
            <a:lumMod val="60000"/>
            <a:lumOff val="40000"/>
          </a:schemeClr>
        </a:solidFill>
        <a:ln>
          <a:solidFill>
            <a:schemeClr val="tx1"/>
          </a:solidFill>
        </a:ln>
      </dgm:spPr>
      <dgm:t>
        <a:bodyPr/>
        <a:lstStyle/>
        <a:p>
          <a:endParaRPr lang="en-IN" sz="2000" b="1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4721C9B-6D88-482E-8F97-21F7D26F3312}" type="parTrans" cxnId="{4F112FE3-A28D-485D-889E-7AD4C7D7F3B1}">
      <dgm:prSet/>
      <dgm:spPr/>
      <dgm:t>
        <a:bodyPr/>
        <a:lstStyle/>
        <a:p>
          <a:endParaRPr lang="en-IN"/>
        </a:p>
      </dgm:t>
    </dgm:pt>
    <dgm:pt modelId="{9DD27D22-D5F9-44BA-862B-F2E71F856E05}" type="sibTrans" cxnId="{4F112FE3-A28D-485D-889E-7AD4C7D7F3B1}">
      <dgm:prSet/>
      <dgm:spPr/>
      <dgm:t>
        <a:bodyPr/>
        <a:lstStyle/>
        <a:p>
          <a:endParaRPr lang="en-IN"/>
        </a:p>
      </dgm:t>
    </dgm:pt>
    <dgm:pt modelId="{6D6ADD7F-0E24-4941-BD28-C8197D90203E}">
      <dgm:prSet phldrT="[Text]"/>
      <dgm:spPr>
        <a:solidFill>
          <a:schemeClr val="accent5">
            <a:lumMod val="60000"/>
            <a:lumOff val="40000"/>
          </a:schemeClr>
        </a:solidFill>
        <a:ln>
          <a:solidFill>
            <a:schemeClr val="tx1"/>
          </a:solidFill>
        </a:ln>
      </dgm:spPr>
      <dgm:t>
        <a:bodyPr/>
        <a:lstStyle/>
        <a:p>
          <a:endParaRPr lang="en-IN" dirty="0"/>
        </a:p>
      </dgm:t>
    </dgm:pt>
    <dgm:pt modelId="{2709AA97-B25A-49A2-AE88-618140D09BE0}" type="parTrans" cxnId="{1C844DD8-2648-420F-9B3B-E776BDDA0454}">
      <dgm:prSet/>
      <dgm:spPr/>
      <dgm:t>
        <a:bodyPr/>
        <a:lstStyle/>
        <a:p>
          <a:endParaRPr lang="en-IN"/>
        </a:p>
      </dgm:t>
    </dgm:pt>
    <dgm:pt modelId="{DD40CBD3-D5DD-4C19-B355-1236F7BA24F1}" type="sibTrans" cxnId="{1C844DD8-2648-420F-9B3B-E776BDDA0454}">
      <dgm:prSet/>
      <dgm:spPr/>
      <dgm:t>
        <a:bodyPr/>
        <a:lstStyle/>
        <a:p>
          <a:endParaRPr lang="en-IN"/>
        </a:p>
      </dgm:t>
    </dgm:pt>
    <dgm:pt modelId="{B49033DF-B38A-471F-BC03-0F4E841BE22E}">
      <dgm:prSet phldrT="[Text]"/>
      <dgm:spPr>
        <a:solidFill>
          <a:schemeClr val="accent5">
            <a:lumMod val="60000"/>
            <a:lumOff val="40000"/>
          </a:schemeClr>
        </a:solidFill>
        <a:ln>
          <a:solidFill>
            <a:schemeClr val="tx1"/>
          </a:solidFill>
        </a:ln>
      </dgm:spPr>
      <dgm:t>
        <a:bodyPr/>
        <a:lstStyle/>
        <a:p>
          <a:endParaRPr lang="en-IN" dirty="0"/>
        </a:p>
      </dgm:t>
    </dgm:pt>
    <dgm:pt modelId="{78C6FBCF-7D4E-4FD8-ACC8-DC0AA019621F}" type="parTrans" cxnId="{87665454-BDD3-4263-816C-70C752C23411}">
      <dgm:prSet/>
      <dgm:spPr/>
      <dgm:t>
        <a:bodyPr/>
        <a:lstStyle/>
        <a:p>
          <a:endParaRPr lang="en-IN"/>
        </a:p>
      </dgm:t>
    </dgm:pt>
    <dgm:pt modelId="{06162DAD-5EA9-4B87-8822-A8D9F83CC58C}" type="sibTrans" cxnId="{87665454-BDD3-4263-816C-70C752C23411}">
      <dgm:prSet/>
      <dgm:spPr/>
      <dgm:t>
        <a:bodyPr/>
        <a:lstStyle/>
        <a:p>
          <a:endParaRPr lang="en-IN"/>
        </a:p>
      </dgm:t>
    </dgm:pt>
    <dgm:pt modelId="{F6D46C97-217E-4E83-95BF-BC6FD58D9A88}" type="pres">
      <dgm:prSet presAssocID="{A8EB1158-826E-4D4C-9D3A-D42667A0738A}" presName="linear" presStyleCnt="0">
        <dgm:presLayoutVars>
          <dgm:dir/>
          <dgm:resizeHandles val="exact"/>
        </dgm:presLayoutVars>
      </dgm:prSet>
      <dgm:spPr/>
    </dgm:pt>
    <dgm:pt modelId="{1EF60928-36E2-4F4E-963D-EA6512F0A3F7}" type="pres">
      <dgm:prSet presAssocID="{24234B8A-FB32-409D-B727-8D117E477D1A}" presName="comp" presStyleCnt="0"/>
      <dgm:spPr/>
    </dgm:pt>
    <dgm:pt modelId="{B2BC8B0C-71E2-4CB1-B11D-90FDD52C6E60}" type="pres">
      <dgm:prSet presAssocID="{24234B8A-FB32-409D-B727-8D117E477D1A}" presName="box" presStyleLbl="node1" presStyleIdx="0" presStyleCnt="3" custLinFactNeighborX="-878"/>
      <dgm:spPr/>
    </dgm:pt>
    <dgm:pt modelId="{F277230A-830C-4266-A129-3380E9182DD4}" type="pres">
      <dgm:prSet presAssocID="{24234B8A-FB32-409D-B727-8D117E477D1A}" presName="img" presStyleLbl="fgImgPlace1" presStyleIdx="0" presStyleCnt="3" custScaleX="76422" custLinFactNeighborX="-11913" custLinFactNeighborY="232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2"/>
              </a:ext>
            </a:extLst>
          </a:blip>
          <a:srcRect/>
          <a:stretch>
            <a:fillRect t="-12000" b="-12000"/>
          </a:stretch>
        </a:blipFill>
      </dgm:spPr>
    </dgm:pt>
    <dgm:pt modelId="{757993C0-E23F-4B88-AB28-F4FC01D7C5DB}" type="pres">
      <dgm:prSet presAssocID="{24234B8A-FB32-409D-B727-8D117E477D1A}" presName="text" presStyleLbl="node1" presStyleIdx="0" presStyleCnt="3">
        <dgm:presLayoutVars>
          <dgm:bulletEnabled val="1"/>
        </dgm:presLayoutVars>
      </dgm:prSet>
      <dgm:spPr/>
    </dgm:pt>
    <dgm:pt modelId="{EF5BA59C-933B-4B7B-808F-60B634B5C22F}" type="pres">
      <dgm:prSet presAssocID="{9DD27D22-D5F9-44BA-862B-F2E71F856E05}" presName="spacer" presStyleCnt="0"/>
      <dgm:spPr/>
    </dgm:pt>
    <dgm:pt modelId="{6DF3DDC3-2732-4DEB-B61F-920292DA8D09}" type="pres">
      <dgm:prSet presAssocID="{6D6ADD7F-0E24-4941-BD28-C8197D90203E}" presName="comp" presStyleCnt="0"/>
      <dgm:spPr/>
    </dgm:pt>
    <dgm:pt modelId="{5605567C-B595-46A2-813C-94C17BC11169}" type="pres">
      <dgm:prSet presAssocID="{6D6ADD7F-0E24-4941-BD28-C8197D90203E}" presName="box" presStyleLbl="node1" presStyleIdx="1" presStyleCnt="3" custScaleY="116188" custLinFactNeighborX="-1254"/>
      <dgm:spPr/>
    </dgm:pt>
    <dgm:pt modelId="{BF22E7F1-E3A8-443A-9039-E6355895D8D4}" type="pres">
      <dgm:prSet presAssocID="{6D6ADD7F-0E24-4941-BD28-C8197D90203E}" presName="img" presStyleLbl="fgImgPlace1" presStyleIdx="1" presStyleCnt="3" custScaleX="71406" custLinFactNeighborX="-14421" custLinFactNeighborY="24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/>
          <a:stretch>
            <a:fillRect t="-15000" b="-15000"/>
          </a:stretch>
        </a:blipFill>
      </dgm:spPr>
    </dgm:pt>
    <dgm:pt modelId="{21374B77-C54D-4C0F-9A69-6CADF9D9848C}" type="pres">
      <dgm:prSet presAssocID="{6D6ADD7F-0E24-4941-BD28-C8197D90203E}" presName="text" presStyleLbl="node1" presStyleIdx="1" presStyleCnt="3">
        <dgm:presLayoutVars>
          <dgm:bulletEnabled val="1"/>
        </dgm:presLayoutVars>
      </dgm:prSet>
      <dgm:spPr/>
    </dgm:pt>
    <dgm:pt modelId="{213398F2-1FB2-45BB-9A99-308DC1DA3B62}" type="pres">
      <dgm:prSet presAssocID="{DD40CBD3-D5DD-4C19-B355-1236F7BA24F1}" presName="spacer" presStyleCnt="0"/>
      <dgm:spPr/>
    </dgm:pt>
    <dgm:pt modelId="{1C329BAD-1A3C-4055-82E9-96A6227AF208}" type="pres">
      <dgm:prSet presAssocID="{B49033DF-B38A-471F-BC03-0F4E841BE22E}" presName="comp" presStyleCnt="0"/>
      <dgm:spPr/>
    </dgm:pt>
    <dgm:pt modelId="{93DBDA9E-8CAA-4634-AED0-284D64EC942D}" type="pres">
      <dgm:prSet presAssocID="{B49033DF-B38A-471F-BC03-0F4E841BE22E}" presName="box" presStyleLbl="node1" presStyleIdx="2" presStyleCnt="3"/>
      <dgm:spPr/>
    </dgm:pt>
    <dgm:pt modelId="{371A6ECD-16EA-479A-8E7A-D8C4C2F20E21}" type="pres">
      <dgm:prSet presAssocID="{B49033DF-B38A-471F-BC03-0F4E841BE22E}" presName="img" presStyleLbl="fgImgPlace1" presStyleIdx="2" presStyleCnt="3" custScaleX="71406" custLinFactNeighborX="-13167" custLinFactNeighborY="94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rcRect/>
          <a:stretch>
            <a:fillRect t="-15000" b="-15000"/>
          </a:stretch>
        </a:blipFill>
      </dgm:spPr>
    </dgm:pt>
    <dgm:pt modelId="{7793BC51-1C47-4CE6-B521-92C39D99A22D}" type="pres">
      <dgm:prSet presAssocID="{B49033DF-B38A-471F-BC03-0F4E841BE22E}" presName="text" presStyleLbl="node1" presStyleIdx="2" presStyleCnt="3">
        <dgm:presLayoutVars>
          <dgm:bulletEnabled val="1"/>
        </dgm:presLayoutVars>
      </dgm:prSet>
      <dgm:spPr/>
    </dgm:pt>
  </dgm:ptLst>
  <dgm:cxnLst>
    <dgm:cxn modelId="{6CACFF0C-35C1-4539-BF9C-FE5DA1EBA7D0}" type="presOf" srcId="{B49033DF-B38A-471F-BC03-0F4E841BE22E}" destId="{7793BC51-1C47-4CE6-B521-92C39D99A22D}" srcOrd="1" destOrd="0" presId="urn:microsoft.com/office/officeart/2005/8/layout/vList4"/>
    <dgm:cxn modelId="{D345522A-2E82-4178-90A5-24E56DBEADC9}" type="presOf" srcId="{6D6ADD7F-0E24-4941-BD28-C8197D90203E}" destId="{21374B77-C54D-4C0F-9A69-6CADF9D9848C}" srcOrd="1" destOrd="0" presId="urn:microsoft.com/office/officeart/2005/8/layout/vList4"/>
    <dgm:cxn modelId="{DB789945-854E-477E-91DC-AA95ACA99A4A}" type="presOf" srcId="{6D6ADD7F-0E24-4941-BD28-C8197D90203E}" destId="{5605567C-B595-46A2-813C-94C17BC11169}" srcOrd="0" destOrd="0" presId="urn:microsoft.com/office/officeart/2005/8/layout/vList4"/>
    <dgm:cxn modelId="{5DD6FB67-1444-4BA6-AC24-A1B4D3F6407B}" type="presOf" srcId="{A8EB1158-826E-4D4C-9D3A-D42667A0738A}" destId="{F6D46C97-217E-4E83-95BF-BC6FD58D9A88}" srcOrd="0" destOrd="0" presId="urn:microsoft.com/office/officeart/2005/8/layout/vList4"/>
    <dgm:cxn modelId="{42EA7A6D-C5ED-45EA-BECA-8E2D8F4D7FD5}" type="presOf" srcId="{24234B8A-FB32-409D-B727-8D117E477D1A}" destId="{757993C0-E23F-4B88-AB28-F4FC01D7C5DB}" srcOrd="1" destOrd="0" presId="urn:microsoft.com/office/officeart/2005/8/layout/vList4"/>
    <dgm:cxn modelId="{87665454-BDD3-4263-816C-70C752C23411}" srcId="{A8EB1158-826E-4D4C-9D3A-D42667A0738A}" destId="{B49033DF-B38A-471F-BC03-0F4E841BE22E}" srcOrd="2" destOrd="0" parTransId="{78C6FBCF-7D4E-4FD8-ACC8-DC0AA019621F}" sibTransId="{06162DAD-5EA9-4B87-8822-A8D9F83CC58C}"/>
    <dgm:cxn modelId="{9530287D-20E2-4A33-9F65-149EEB06FF0C}" type="presOf" srcId="{24234B8A-FB32-409D-B727-8D117E477D1A}" destId="{B2BC8B0C-71E2-4CB1-B11D-90FDD52C6E60}" srcOrd="0" destOrd="0" presId="urn:microsoft.com/office/officeart/2005/8/layout/vList4"/>
    <dgm:cxn modelId="{1C844DD8-2648-420F-9B3B-E776BDDA0454}" srcId="{A8EB1158-826E-4D4C-9D3A-D42667A0738A}" destId="{6D6ADD7F-0E24-4941-BD28-C8197D90203E}" srcOrd="1" destOrd="0" parTransId="{2709AA97-B25A-49A2-AE88-618140D09BE0}" sibTransId="{DD40CBD3-D5DD-4C19-B355-1236F7BA24F1}"/>
    <dgm:cxn modelId="{FD686ED9-567D-4CF9-84BE-078F83C50E4B}" type="presOf" srcId="{B49033DF-B38A-471F-BC03-0F4E841BE22E}" destId="{93DBDA9E-8CAA-4634-AED0-284D64EC942D}" srcOrd="0" destOrd="0" presId="urn:microsoft.com/office/officeart/2005/8/layout/vList4"/>
    <dgm:cxn modelId="{4F112FE3-A28D-485D-889E-7AD4C7D7F3B1}" srcId="{A8EB1158-826E-4D4C-9D3A-D42667A0738A}" destId="{24234B8A-FB32-409D-B727-8D117E477D1A}" srcOrd="0" destOrd="0" parTransId="{C4721C9B-6D88-482E-8F97-21F7D26F3312}" sibTransId="{9DD27D22-D5F9-44BA-862B-F2E71F856E05}"/>
    <dgm:cxn modelId="{B2D451B4-8B13-40B3-A47D-F9ABA3B0F4CC}" type="presParOf" srcId="{F6D46C97-217E-4E83-95BF-BC6FD58D9A88}" destId="{1EF60928-36E2-4F4E-963D-EA6512F0A3F7}" srcOrd="0" destOrd="0" presId="urn:microsoft.com/office/officeart/2005/8/layout/vList4"/>
    <dgm:cxn modelId="{375C3D5F-40C8-4F77-AEDC-388062EA9DCF}" type="presParOf" srcId="{1EF60928-36E2-4F4E-963D-EA6512F0A3F7}" destId="{B2BC8B0C-71E2-4CB1-B11D-90FDD52C6E60}" srcOrd="0" destOrd="0" presId="urn:microsoft.com/office/officeart/2005/8/layout/vList4"/>
    <dgm:cxn modelId="{8B1D0EE8-9608-44ED-9865-755D865A6BE8}" type="presParOf" srcId="{1EF60928-36E2-4F4E-963D-EA6512F0A3F7}" destId="{F277230A-830C-4266-A129-3380E9182DD4}" srcOrd="1" destOrd="0" presId="urn:microsoft.com/office/officeart/2005/8/layout/vList4"/>
    <dgm:cxn modelId="{3B43C4E1-F1C9-46A0-A227-BF09D16B5A29}" type="presParOf" srcId="{1EF60928-36E2-4F4E-963D-EA6512F0A3F7}" destId="{757993C0-E23F-4B88-AB28-F4FC01D7C5DB}" srcOrd="2" destOrd="0" presId="urn:microsoft.com/office/officeart/2005/8/layout/vList4"/>
    <dgm:cxn modelId="{91D0A3FB-68AA-496B-BFAC-6673B4D2B67B}" type="presParOf" srcId="{F6D46C97-217E-4E83-95BF-BC6FD58D9A88}" destId="{EF5BA59C-933B-4B7B-808F-60B634B5C22F}" srcOrd="1" destOrd="0" presId="urn:microsoft.com/office/officeart/2005/8/layout/vList4"/>
    <dgm:cxn modelId="{C7C8FB5C-AD1A-4FCA-8BD1-A1A8F833983D}" type="presParOf" srcId="{F6D46C97-217E-4E83-95BF-BC6FD58D9A88}" destId="{6DF3DDC3-2732-4DEB-B61F-920292DA8D09}" srcOrd="2" destOrd="0" presId="urn:microsoft.com/office/officeart/2005/8/layout/vList4"/>
    <dgm:cxn modelId="{AB39D564-EB24-4FB2-87E6-4D4A45A7EEBC}" type="presParOf" srcId="{6DF3DDC3-2732-4DEB-B61F-920292DA8D09}" destId="{5605567C-B595-46A2-813C-94C17BC11169}" srcOrd="0" destOrd="0" presId="urn:microsoft.com/office/officeart/2005/8/layout/vList4"/>
    <dgm:cxn modelId="{FB8F2F99-60A9-4323-A643-4364411408B4}" type="presParOf" srcId="{6DF3DDC3-2732-4DEB-B61F-920292DA8D09}" destId="{BF22E7F1-E3A8-443A-9039-E6355895D8D4}" srcOrd="1" destOrd="0" presId="urn:microsoft.com/office/officeart/2005/8/layout/vList4"/>
    <dgm:cxn modelId="{2D5C3024-C398-4FCA-BD42-64ECF08EB38A}" type="presParOf" srcId="{6DF3DDC3-2732-4DEB-B61F-920292DA8D09}" destId="{21374B77-C54D-4C0F-9A69-6CADF9D9848C}" srcOrd="2" destOrd="0" presId="urn:microsoft.com/office/officeart/2005/8/layout/vList4"/>
    <dgm:cxn modelId="{E7A6AB70-31AF-41DD-9447-B64F1A1BD379}" type="presParOf" srcId="{F6D46C97-217E-4E83-95BF-BC6FD58D9A88}" destId="{213398F2-1FB2-45BB-9A99-308DC1DA3B62}" srcOrd="3" destOrd="0" presId="urn:microsoft.com/office/officeart/2005/8/layout/vList4"/>
    <dgm:cxn modelId="{1E3CB08F-58C1-4B22-91E8-52A439AB8265}" type="presParOf" srcId="{F6D46C97-217E-4E83-95BF-BC6FD58D9A88}" destId="{1C329BAD-1A3C-4055-82E9-96A6227AF208}" srcOrd="4" destOrd="0" presId="urn:microsoft.com/office/officeart/2005/8/layout/vList4"/>
    <dgm:cxn modelId="{6C2E7478-6A15-46A5-856A-33CDD7F9627B}" type="presParOf" srcId="{1C329BAD-1A3C-4055-82E9-96A6227AF208}" destId="{93DBDA9E-8CAA-4634-AED0-284D64EC942D}" srcOrd="0" destOrd="0" presId="urn:microsoft.com/office/officeart/2005/8/layout/vList4"/>
    <dgm:cxn modelId="{B2FCE5E5-C862-447A-B7DC-C6401FFAD4B0}" type="presParOf" srcId="{1C329BAD-1A3C-4055-82E9-96A6227AF208}" destId="{371A6ECD-16EA-479A-8E7A-D8C4C2F20E21}" srcOrd="1" destOrd="0" presId="urn:microsoft.com/office/officeart/2005/8/layout/vList4"/>
    <dgm:cxn modelId="{5C7DD1D1-B2A0-46D9-B904-01FA61EE135F}" type="presParOf" srcId="{1C329BAD-1A3C-4055-82E9-96A6227AF208}" destId="{7793BC51-1C47-4CE6-B521-92C39D99A22D}" srcOrd="2" destOrd="0" presId="urn:microsoft.com/office/officeart/2005/8/layout/vList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FDFBF32-CD5F-4D5C-9FB0-E0889EA30CDE}" type="doc">
      <dgm:prSet loTypeId="urn:microsoft.com/office/officeart/2005/8/layout/vList3" loCatId="picture" qsTypeId="urn:microsoft.com/office/officeart/2005/8/quickstyle/simple1#2" qsCatId="simple" csTypeId="urn:microsoft.com/office/officeart/2005/8/colors/accent1_2#2" csCatId="accent1" phldr="1"/>
      <dgm:spPr/>
      <dgm:t>
        <a:bodyPr/>
        <a:lstStyle/>
        <a:p>
          <a:endParaRPr lang="en-IN"/>
        </a:p>
      </dgm:t>
    </dgm:pt>
    <dgm:pt modelId="{0365A2A6-862C-49E4-BB02-F56FEB4C6056}">
      <dgm:prSet phldrT="[Text]" custT="1"/>
      <dgm:spPr>
        <a:solidFill>
          <a:schemeClr val="accent5">
            <a:lumMod val="60000"/>
            <a:lumOff val="40000"/>
          </a:schemeClr>
        </a:solidFill>
      </dgm:spPr>
      <dgm:t>
        <a:bodyPr/>
        <a:lstStyle/>
        <a:p>
          <a:pPr algn="l"/>
          <a:endParaRPr lang="en-IN" sz="2100" dirty="0"/>
        </a:p>
      </dgm:t>
    </dgm:pt>
    <dgm:pt modelId="{76CD30BE-95CA-4576-B797-6AA980A2D65C}" type="parTrans" cxnId="{D16CA27C-6F4A-401A-8DAE-8B91FE9A5D8F}">
      <dgm:prSet/>
      <dgm:spPr/>
      <dgm:t>
        <a:bodyPr/>
        <a:lstStyle/>
        <a:p>
          <a:endParaRPr lang="en-IN"/>
        </a:p>
      </dgm:t>
    </dgm:pt>
    <dgm:pt modelId="{EA6A911D-340C-43BA-B27C-5691A5673D3B}" type="sibTrans" cxnId="{D16CA27C-6F4A-401A-8DAE-8B91FE9A5D8F}">
      <dgm:prSet/>
      <dgm:spPr/>
      <dgm:t>
        <a:bodyPr/>
        <a:lstStyle/>
        <a:p>
          <a:endParaRPr lang="en-IN"/>
        </a:p>
      </dgm:t>
    </dgm:pt>
    <dgm:pt modelId="{34CD6EE6-99E5-4236-9E8B-945068642286}">
      <dgm:prSet phldrT="[Text]" custT="1"/>
      <dgm:spPr>
        <a:solidFill>
          <a:schemeClr val="accent5">
            <a:lumMod val="60000"/>
            <a:lumOff val="40000"/>
          </a:schemeClr>
        </a:solidFill>
      </dgm:spPr>
      <dgm:t>
        <a:bodyPr/>
        <a:lstStyle/>
        <a:p>
          <a:pPr algn="l"/>
          <a:endParaRPr lang="en-IN" sz="21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53BA520-53C9-4788-91B1-0F13C85BC9A1}" type="parTrans" cxnId="{47BBBDA2-522B-40EC-8E2B-508F46FBCBA5}">
      <dgm:prSet/>
      <dgm:spPr/>
      <dgm:t>
        <a:bodyPr/>
        <a:lstStyle/>
        <a:p>
          <a:endParaRPr lang="en-IN"/>
        </a:p>
      </dgm:t>
    </dgm:pt>
    <dgm:pt modelId="{2951604E-24B9-4C3E-B186-7C571FC23E62}" type="sibTrans" cxnId="{47BBBDA2-522B-40EC-8E2B-508F46FBCBA5}">
      <dgm:prSet/>
      <dgm:spPr/>
      <dgm:t>
        <a:bodyPr/>
        <a:lstStyle/>
        <a:p>
          <a:endParaRPr lang="en-IN"/>
        </a:p>
      </dgm:t>
    </dgm:pt>
    <dgm:pt modelId="{4A5BD325-D014-41AD-81A9-86E311E1B2A5}">
      <dgm:prSet custT="1"/>
      <dgm:spPr>
        <a:solidFill>
          <a:schemeClr val="accent5">
            <a:lumMod val="60000"/>
            <a:lumOff val="40000"/>
          </a:schemeClr>
        </a:solidFill>
      </dgm:spPr>
      <dgm:t>
        <a:bodyPr/>
        <a:lstStyle/>
        <a:p>
          <a:pPr algn="l"/>
          <a:endParaRPr lang="en-IN" sz="21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A2E58FD-E30F-44A5-9500-F349EC06E33B}" type="parTrans" cxnId="{28DE11F5-D199-4B57-A11C-221D5D3546C4}">
      <dgm:prSet/>
      <dgm:spPr/>
      <dgm:t>
        <a:bodyPr/>
        <a:lstStyle/>
        <a:p>
          <a:endParaRPr lang="en-IN"/>
        </a:p>
      </dgm:t>
    </dgm:pt>
    <dgm:pt modelId="{001E857B-0DEF-4449-91B0-1380B7B076E0}" type="sibTrans" cxnId="{28DE11F5-D199-4B57-A11C-221D5D3546C4}">
      <dgm:prSet/>
      <dgm:spPr/>
      <dgm:t>
        <a:bodyPr/>
        <a:lstStyle/>
        <a:p>
          <a:endParaRPr lang="en-IN"/>
        </a:p>
      </dgm:t>
    </dgm:pt>
    <dgm:pt modelId="{C67831B8-B0E9-46A8-B5CE-D72E3C018CEB}" type="pres">
      <dgm:prSet presAssocID="{4FDFBF32-CD5F-4D5C-9FB0-E0889EA30CDE}" presName="linearFlow" presStyleCnt="0">
        <dgm:presLayoutVars>
          <dgm:dir/>
          <dgm:resizeHandles val="exact"/>
        </dgm:presLayoutVars>
      </dgm:prSet>
      <dgm:spPr/>
    </dgm:pt>
    <dgm:pt modelId="{27C340E5-FF31-44CD-9117-10608371A8FD}" type="pres">
      <dgm:prSet presAssocID="{0365A2A6-862C-49E4-BB02-F56FEB4C6056}" presName="composite" presStyleCnt="0"/>
      <dgm:spPr/>
    </dgm:pt>
    <dgm:pt modelId="{91C2E223-7501-425D-904C-8C23067F92E9}" type="pres">
      <dgm:prSet presAssocID="{0365A2A6-862C-49E4-BB02-F56FEB4C6056}" presName="imgShp" presStyleLbl="fgImgPlac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2"/>
              </a:ext>
            </a:extLst>
          </a:blip>
          <a:srcRect/>
          <a:stretch>
            <a:fillRect l="-25000" r="-25000"/>
          </a:stretch>
        </a:blipFill>
      </dgm:spPr>
    </dgm:pt>
    <dgm:pt modelId="{6A33070B-06BD-403C-986A-C1EBDF29ACC5}" type="pres">
      <dgm:prSet presAssocID="{0365A2A6-862C-49E4-BB02-F56FEB4C6056}" presName="txShp" presStyleLbl="node1" presStyleIdx="0" presStyleCnt="3" custLinFactNeighborX="1545" custLinFactNeighborY="-57">
        <dgm:presLayoutVars>
          <dgm:bulletEnabled val="1"/>
        </dgm:presLayoutVars>
      </dgm:prSet>
      <dgm:spPr/>
    </dgm:pt>
    <dgm:pt modelId="{A7BFADF3-15BA-4EF8-BE76-6F3E3DE2C77E}" type="pres">
      <dgm:prSet presAssocID="{EA6A911D-340C-43BA-B27C-5691A5673D3B}" presName="spacing" presStyleCnt="0"/>
      <dgm:spPr/>
    </dgm:pt>
    <dgm:pt modelId="{2BCA1412-B9F7-49EE-9926-C819BD1CEC24}" type="pres">
      <dgm:prSet presAssocID="{34CD6EE6-99E5-4236-9E8B-945068642286}" presName="composite" presStyleCnt="0"/>
      <dgm:spPr/>
    </dgm:pt>
    <dgm:pt modelId="{45691D10-5850-4279-9AC3-E2ACCD6AF2EE}" type="pres">
      <dgm:prSet presAssocID="{34CD6EE6-99E5-4236-9E8B-945068642286}" presName="imgShp" presStyleLbl="fgImgPlac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/>
          <a:stretch>
            <a:fillRect l="-25000" r="-25000"/>
          </a:stretch>
        </a:blipFill>
      </dgm:spPr>
    </dgm:pt>
    <dgm:pt modelId="{743C2621-865C-41DB-88A7-408B1523F4A7}" type="pres">
      <dgm:prSet presAssocID="{34CD6EE6-99E5-4236-9E8B-945068642286}" presName="txShp" presStyleLbl="node1" presStyleIdx="1" presStyleCnt="3" custScaleX="103142">
        <dgm:presLayoutVars>
          <dgm:bulletEnabled val="1"/>
        </dgm:presLayoutVars>
      </dgm:prSet>
      <dgm:spPr/>
    </dgm:pt>
    <dgm:pt modelId="{A6EFE220-723C-43A6-AD43-BB91A9D66C6F}" type="pres">
      <dgm:prSet presAssocID="{2951604E-24B9-4C3E-B186-7C571FC23E62}" presName="spacing" presStyleCnt="0"/>
      <dgm:spPr/>
    </dgm:pt>
    <dgm:pt modelId="{649196CB-739C-4570-B45D-FB68B1F5CCF9}" type="pres">
      <dgm:prSet presAssocID="{4A5BD325-D014-41AD-81A9-86E311E1B2A5}" presName="composite" presStyleCnt="0"/>
      <dgm:spPr/>
    </dgm:pt>
    <dgm:pt modelId="{E13EF3CB-F397-4C31-A3A6-28B8AE367224}" type="pres">
      <dgm:prSet presAssocID="{4A5BD325-D014-41AD-81A9-86E311E1B2A5}" presName="imgShp" presStyleLbl="fgImgPlac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rcRect/>
          <a:stretch>
            <a:fillRect/>
          </a:stretch>
        </a:blipFill>
      </dgm:spPr>
    </dgm:pt>
    <dgm:pt modelId="{C3F84A38-DCC5-41AF-9451-A84A073DC5D5}" type="pres">
      <dgm:prSet presAssocID="{4A5BD325-D014-41AD-81A9-86E311E1B2A5}" presName="txShp" presStyleLbl="node1" presStyleIdx="2" presStyleCnt="3" custLinFactNeighborY="14947">
        <dgm:presLayoutVars>
          <dgm:bulletEnabled val="1"/>
        </dgm:presLayoutVars>
      </dgm:prSet>
      <dgm:spPr/>
    </dgm:pt>
  </dgm:ptLst>
  <dgm:cxnLst>
    <dgm:cxn modelId="{D16CA27C-6F4A-401A-8DAE-8B91FE9A5D8F}" srcId="{4FDFBF32-CD5F-4D5C-9FB0-E0889EA30CDE}" destId="{0365A2A6-862C-49E4-BB02-F56FEB4C6056}" srcOrd="0" destOrd="0" parTransId="{76CD30BE-95CA-4576-B797-6AA980A2D65C}" sibTransId="{EA6A911D-340C-43BA-B27C-5691A5673D3B}"/>
    <dgm:cxn modelId="{BAB5FA93-E9E2-403A-AF66-692B8639EFB0}" type="presOf" srcId="{4A5BD325-D014-41AD-81A9-86E311E1B2A5}" destId="{C3F84A38-DCC5-41AF-9451-A84A073DC5D5}" srcOrd="0" destOrd="0" presId="urn:microsoft.com/office/officeart/2005/8/layout/vList3"/>
    <dgm:cxn modelId="{84CF0399-2502-465A-ACBF-93ED281AE2C2}" type="presOf" srcId="{34CD6EE6-99E5-4236-9E8B-945068642286}" destId="{743C2621-865C-41DB-88A7-408B1523F4A7}" srcOrd="0" destOrd="0" presId="urn:microsoft.com/office/officeart/2005/8/layout/vList3"/>
    <dgm:cxn modelId="{ACAB8D9F-369B-43EA-A922-F97BD1F9D780}" type="presOf" srcId="{4FDFBF32-CD5F-4D5C-9FB0-E0889EA30CDE}" destId="{C67831B8-B0E9-46A8-B5CE-D72E3C018CEB}" srcOrd="0" destOrd="0" presId="urn:microsoft.com/office/officeart/2005/8/layout/vList3"/>
    <dgm:cxn modelId="{47BBBDA2-522B-40EC-8E2B-508F46FBCBA5}" srcId="{4FDFBF32-CD5F-4D5C-9FB0-E0889EA30CDE}" destId="{34CD6EE6-99E5-4236-9E8B-945068642286}" srcOrd="1" destOrd="0" parTransId="{853BA520-53C9-4788-91B1-0F13C85BC9A1}" sibTransId="{2951604E-24B9-4C3E-B186-7C571FC23E62}"/>
    <dgm:cxn modelId="{F38B14DB-6FFC-4998-AB53-0792974B324E}" type="presOf" srcId="{0365A2A6-862C-49E4-BB02-F56FEB4C6056}" destId="{6A33070B-06BD-403C-986A-C1EBDF29ACC5}" srcOrd="0" destOrd="0" presId="urn:microsoft.com/office/officeart/2005/8/layout/vList3"/>
    <dgm:cxn modelId="{28DE11F5-D199-4B57-A11C-221D5D3546C4}" srcId="{4FDFBF32-CD5F-4D5C-9FB0-E0889EA30CDE}" destId="{4A5BD325-D014-41AD-81A9-86E311E1B2A5}" srcOrd="2" destOrd="0" parTransId="{1A2E58FD-E30F-44A5-9500-F349EC06E33B}" sibTransId="{001E857B-0DEF-4449-91B0-1380B7B076E0}"/>
    <dgm:cxn modelId="{3C1D51B3-C543-4293-9AEC-13482450AC37}" type="presParOf" srcId="{C67831B8-B0E9-46A8-B5CE-D72E3C018CEB}" destId="{27C340E5-FF31-44CD-9117-10608371A8FD}" srcOrd="0" destOrd="0" presId="urn:microsoft.com/office/officeart/2005/8/layout/vList3"/>
    <dgm:cxn modelId="{20B41E65-B19F-43A6-BEB4-AB1E243BFC88}" type="presParOf" srcId="{27C340E5-FF31-44CD-9117-10608371A8FD}" destId="{91C2E223-7501-425D-904C-8C23067F92E9}" srcOrd="0" destOrd="0" presId="urn:microsoft.com/office/officeart/2005/8/layout/vList3"/>
    <dgm:cxn modelId="{1D61ABA2-EE54-4123-89D1-90B7263A48DE}" type="presParOf" srcId="{27C340E5-FF31-44CD-9117-10608371A8FD}" destId="{6A33070B-06BD-403C-986A-C1EBDF29ACC5}" srcOrd="1" destOrd="0" presId="urn:microsoft.com/office/officeart/2005/8/layout/vList3"/>
    <dgm:cxn modelId="{24CE40A5-3413-4D51-A5B1-DEAA5A54A2D0}" type="presParOf" srcId="{C67831B8-B0E9-46A8-B5CE-D72E3C018CEB}" destId="{A7BFADF3-15BA-4EF8-BE76-6F3E3DE2C77E}" srcOrd="1" destOrd="0" presId="urn:microsoft.com/office/officeart/2005/8/layout/vList3"/>
    <dgm:cxn modelId="{2C3B8CD9-7B53-494A-8470-68E03AF8F6B9}" type="presParOf" srcId="{C67831B8-B0E9-46A8-B5CE-D72E3C018CEB}" destId="{2BCA1412-B9F7-49EE-9926-C819BD1CEC24}" srcOrd="2" destOrd="0" presId="urn:microsoft.com/office/officeart/2005/8/layout/vList3"/>
    <dgm:cxn modelId="{0DAAF558-1B29-4BB7-9905-FAF092075379}" type="presParOf" srcId="{2BCA1412-B9F7-49EE-9926-C819BD1CEC24}" destId="{45691D10-5850-4279-9AC3-E2ACCD6AF2EE}" srcOrd="0" destOrd="0" presId="urn:microsoft.com/office/officeart/2005/8/layout/vList3"/>
    <dgm:cxn modelId="{1E57FBD2-E567-4981-ABA5-6A0468DA9F32}" type="presParOf" srcId="{2BCA1412-B9F7-49EE-9926-C819BD1CEC24}" destId="{743C2621-865C-41DB-88A7-408B1523F4A7}" srcOrd="1" destOrd="0" presId="urn:microsoft.com/office/officeart/2005/8/layout/vList3"/>
    <dgm:cxn modelId="{EA8E646C-9FDC-4870-81F5-EEB4CA499EE9}" type="presParOf" srcId="{C67831B8-B0E9-46A8-B5CE-D72E3C018CEB}" destId="{A6EFE220-723C-43A6-AD43-BB91A9D66C6F}" srcOrd="3" destOrd="0" presId="urn:microsoft.com/office/officeart/2005/8/layout/vList3"/>
    <dgm:cxn modelId="{587D7707-8136-4D64-ACD1-B09BCBA93CB4}" type="presParOf" srcId="{C67831B8-B0E9-46A8-B5CE-D72E3C018CEB}" destId="{649196CB-739C-4570-B45D-FB68B1F5CCF9}" srcOrd="4" destOrd="0" presId="urn:microsoft.com/office/officeart/2005/8/layout/vList3"/>
    <dgm:cxn modelId="{75DDDC66-334A-42AB-BAB0-754D2CA1D290}" type="presParOf" srcId="{649196CB-739C-4570-B45D-FB68B1F5CCF9}" destId="{E13EF3CB-F397-4C31-A3A6-28B8AE367224}" srcOrd="0" destOrd="0" presId="urn:microsoft.com/office/officeart/2005/8/layout/vList3"/>
    <dgm:cxn modelId="{9E398C28-A89D-4787-9EB8-CA6FD504F7F0}" type="presParOf" srcId="{649196CB-739C-4570-B45D-FB68B1F5CCF9}" destId="{C3F84A38-DCC5-41AF-9451-A84A073DC5D5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49E8868-B7A6-4200-851B-A14943411C87}" type="doc">
      <dgm:prSet loTypeId="urn:microsoft.com/office/officeart/2005/8/layout/hList1" loCatId="list" qsTypeId="urn:microsoft.com/office/officeart/2005/8/quickstyle/simple1#3" qsCatId="simple" csTypeId="urn:microsoft.com/office/officeart/2005/8/colors/accent1_2#3" csCatId="accent1" phldr="1"/>
      <dgm:spPr/>
      <dgm:t>
        <a:bodyPr/>
        <a:lstStyle/>
        <a:p>
          <a:endParaRPr lang="en-IN"/>
        </a:p>
      </dgm:t>
    </dgm:pt>
    <dgm:pt modelId="{26778AF5-C554-4DF3-987A-7292C6743025}">
      <dgm:prSet phldrT="[Text]" custT="1"/>
      <dgm:spPr>
        <a:ln>
          <a:solidFill>
            <a:schemeClr val="tx1"/>
          </a:solidFill>
        </a:ln>
      </dgm:spPr>
      <dgm:t>
        <a:bodyPr/>
        <a:lstStyle/>
        <a:p>
          <a:r>
            <a:rPr lang="en-US" sz="2200" b="1">
              <a:latin typeface="Times New Roman" panose="02020603050405020304" pitchFamily="18" charset="0"/>
              <a:cs typeface="Times New Roman" panose="02020603050405020304" pitchFamily="18" charset="0"/>
            </a:rPr>
            <a:t>PHP</a:t>
          </a:r>
          <a:endParaRPr lang="en-IN" sz="2200" b="1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BF4E439-CD03-45D5-936F-4EA6A3EE8D1B}" type="parTrans" cxnId="{B57274D1-2B6F-4EC3-ADD6-7DF3BAA6BD69}">
      <dgm:prSet/>
      <dgm:spPr/>
      <dgm:t>
        <a:bodyPr/>
        <a:lstStyle/>
        <a:p>
          <a:endParaRPr lang="en-IN"/>
        </a:p>
      </dgm:t>
    </dgm:pt>
    <dgm:pt modelId="{4162E7D4-30CD-4AC1-8853-64486B31F41B}" type="sibTrans" cxnId="{B57274D1-2B6F-4EC3-ADD6-7DF3BAA6BD69}">
      <dgm:prSet/>
      <dgm:spPr/>
      <dgm:t>
        <a:bodyPr/>
        <a:lstStyle/>
        <a:p>
          <a:endParaRPr lang="en-IN"/>
        </a:p>
      </dgm:t>
    </dgm:pt>
    <dgm:pt modelId="{8F3C13FD-CE15-4B1B-87FE-0C1BB6D4DFE0}">
      <dgm:prSet phldrT="[Text]" custT="1"/>
      <dgm:spPr>
        <a:ln>
          <a:solidFill>
            <a:schemeClr val="tx1">
              <a:alpha val="90000"/>
            </a:schemeClr>
          </a:solidFill>
        </a:ln>
      </dgm:spPr>
      <dgm:t>
        <a:bodyPr/>
        <a:lstStyle/>
        <a:p>
          <a:pPr algn="l"/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Handles Server side Logic for hotels, rooms, and booking management</a:t>
          </a:r>
          <a:endParaRPr lang="en-IN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D4380CF-E5DC-4390-9EEF-E38BD4D93DEC}" type="parTrans" cxnId="{51B7CB07-4E04-404B-89FD-A79983A0A10B}">
      <dgm:prSet/>
      <dgm:spPr/>
      <dgm:t>
        <a:bodyPr/>
        <a:lstStyle/>
        <a:p>
          <a:endParaRPr lang="en-IN"/>
        </a:p>
      </dgm:t>
    </dgm:pt>
    <dgm:pt modelId="{AA8C444F-2571-4ABC-84AE-CAE1C1C2164B}" type="sibTrans" cxnId="{51B7CB07-4E04-404B-89FD-A79983A0A10B}">
      <dgm:prSet/>
      <dgm:spPr/>
      <dgm:t>
        <a:bodyPr/>
        <a:lstStyle/>
        <a:p>
          <a:endParaRPr lang="en-IN"/>
        </a:p>
      </dgm:t>
    </dgm:pt>
    <dgm:pt modelId="{1071B738-088A-4307-BD0A-51E444461278}">
      <dgm:prSet phldrT="[Text]" custT="1"/>
      <dgm:spPr>
        <a:ln>
          <a:solidFill>
            <a:schemeClr val="tx1">
              <a:alpha val="90000"/>
            </a:schemeClr>
          </a:solidFill>
        </a:ln>
      </dgm:spPr>
      <dgm:t>
        <a:bodyPr/>
        <a:lstStyle/>
        <a:p>
          <a:pPr algn="l"/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Ensures structured navigation and modular admin workflows</a:t>
          </a:r>
          <a:endParaRPr lang="en-IN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76DE79C-5BE0-4C07-BB4B-9B30B2EF32D9}" type="parTrans" cxnId="{0282D569-7ED7-4847-8A2D-430C0A24CB7A}">
      <dgm:prSet/>
      <dgm:spPr/>
      <dgm:t>
        <a:bodyPr/>
        <a:lstStyle/>
        <a:p>
          <a:endParaRPr lang="en-IN"/>
        </a:p>
      </dgm:t>
    </dgm:pt>
    <dgm:pt modelId="{A8D53AF0-BE4D-4000-866D-786817B17C35}" type="sibTrans" cxnId="{0282D569-7ED7-4847-8A2D-430C0A24CB7A}">
      <dgm:prSet/>
      <dgm:spPr/>
      <dgm:t>
        <a:bodyPr/>
        <a:lstStyle/>
        <a:p>
          <a:endParaRPr lang="en-IN"/>
        </a:p>
      </dgm:t>
    </dgm:pt>
    <dgm:pt modelId="{31E7D0C4-12D4-469E-B38C-26C6D68BEE70}">
      <dgm:prSet phldrT="[Text]" custT="1"/>
      <dgm:spPr>
        <a:ln>
          <a:solidFill>
            <a:schemeClr val="tx1"/>
          </a:solidFill>
        </a:ln>
      </dgm:spPr>
      <dgm:t>
        <a:bodyPr/>
        <a:lstStyle/>
        <a:p>
          <a:r>
            <a:rPr lang="en-US" sz="2200" b="1"/>
            <a:t>CRUD Operations</a:t>
          </a:r>
          <a:endParaRPr lang="en-IN" sz="2200" b="1" dirty="0"/>
        </a:p>
      </dgm:t>
    </dgm:pt>
    <dgm:pt modelId="{AB28A767-19E5-41D2-94F9-68538FC9B908}" type="parTrans" cxnId="{F82F5262-45B0-4520-9B8C-7DC3F5A7CF01}">
      <dgm:prSet/>
      <dgm:spPr/>
      <dgm:t>
        <a:bodyPr/>
        <a:lstStyle/>
        <a:p>
          <a:endParaRPr lang="en-IN"/>
        </a:p>
      </dgm:t>
    </dgm:pt>
    <dgm:pt modelId="{4A9BD2E0-0803-436F-8221-C1D92355334F}" type="sibTrans" cxnId="{F82F5262-45B0-4520-9B8C-7DC3F5A7CF01}">
      <dgm:prSet/>
      <dgm:spPr/>
      <dgm:t>
        <a:bodyPr/>
        <a:lstStyle/>
        <a:p>
          <a:endParaRPr lang="en-IN"/>
        </a:p>
      </dgm:t>
    </dgm:pt>
    <dgm:pt modelId="{2E609035-BBE3-4CDB-ADA8-8133BEF83A9E}">
      <dgm:prSet phldrT="[Text]" custT="1"/>
      <dgm:spPr>
        <a:ln>
          <a:solidFill>
            <a:schemeClr val="tx1">
              <a:alpha val="90000"/>
            </a:schemeClr>
          </a:solidFill>
        </a:ln>
      </dgm:spPr>
      <dgm:t>
        <a:bodyPr/>
        <a:lstStyle/>
        <a:p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Admin can Create, Read, Update, Delete entries in all tables
Ensures data integrity and real-time updates in the system</a:t>
          </a:r>
          <a:endParaRPr lang="en-IN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848D316-3EC6-434D-802B-E3269E240D1A}" type="parTrans" cxnId="{4E2DD834-2D01-4604-90EB-492EC6F8CAE8}">
      <dgm:prSet/>
      <dgm:spPr/>
      <dgm:t>
        <a:bodyPr/>
        <a:lstStyle/>
        <a:p>
          <a:endParaRPr lang="en-IN"/>
        </a:p>
      </dgm:t>
    </dgm:pt>
    <dgm:pt modelId="{6A99EE2E-AC83-4D77-A39E-1C5960369F9A}" type="sibTrans" cxnId="{4E2DD834-2D01-4604-90EB-492EC6F8CAE8}">
      <dgm:prSet/>
      <dgm:spPr/>
      <dgm:t>
        <a:bodyPr/>
        <a:lstStyle/>
        <a:p>
          <a:endParaRPr lang="en-IN"/>
        </a:p>
      </dgm:t>
    </dgm:pt>
    <dgm:pt modelId="{E116B753-397A-47AD-AF3D-9FC45224D671}">
      <dgm:prSet phldrT="[Text]" custT="1"/>
      <dgm:spPr>
        <a:ln>
          <a:solidFill>
            <a:schemeClr val="tx1"/>
          </a:solidFill>
        </a:ln>
      </dgm:spPr>
      <dgm:t>
        <a:bodyPr/>
        <a:lstStyle/>
        <a:p>
          <a:r>
            <a:rPr lang="en-US" sz="2200" b="1"/>
            <a:t>Admin Authentication</a:t>
          </a:r>
          <a:endParaRPr lang="en-IN" sz="2200" b="1" dirty="0"/>
        </a:p>
      </dgm:t>
    </dgm:pt>
    <dgm:pt modelId="{18761E07-0282-46E3-B9D1-710BFE1D3DAC}" type="parTrans" cxnId="{425AB9E2-A8A4-43DD-8F8D-7C36A84BE6F5}">
      <dgm:prSet/>
      <dgm:spPr/>
      <dgm:t>
        <a:bodyPr/>
        <a:lstStyle/>
        <a:p>
          <a:endParaRPr lang="en-IN"/>
        </a:p>
      </dgm:t>
    </dgm:pt>
    <dgm:pt modelId="{851B8462-6E57-4292-A221-39DB776642FE}" type="sibTrans" cxnId="{425AB9E2-A8A4-43DD-8F8D-7C36A84BE6F5}">
      <dgm:prSet/>
      <dgm:spPr/>
      <dgm:t>
        <a:bodyPr/>
        <a:lstStyle/>
        <a:p>
          <a:endParaRPr lang="en-IN"/>
        </a:p>
      </dgm:t>
    </dgm:pt>
    <dgm:pt modelId="{88AB18E7-4345-405E-B175-698ADC130326}">
      <dgm:prSet phldrT="[Text]" custT="1"/>
      <dgm:spPr>
        <a:ln>
          <a:solidFill>
            <a:schemeClr val="tx1">
              <a:alpha val="90000"/>
            </a:schemeClr>
          </a:solidFill>
        </a:ln>
      </dgm:spPr>
      <dgm:t>
        <a:bodyPr/>
        <a:lstStyle/>
        <a:p>
          <a:r>
            <a:rPr lang="en-IN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Secure login maintains admin session across pages
</a:t>
          </a:r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Prevents unauthorized access to admin-only operations</a:t>
          </a:r>
          <a:endParaRPr lang="en-IN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2E4B957-4549-4001-BBB1-0DFB22ED3ED1}" type="parTrans" cxnId="{F98FEA9A-6F22-45A4-8551-7FC1DC8D0272}">
      <dgm:prSet/>
      <dgm:spPr/>
      <dgm:t>
        <a:bodyPr/>
        <a:lstStyle/>
        <a:p>
          <a:endParaRPr lang="en-IN"/>
        </a:p>
      </dgm:t>
    </dgm:pt>
    <dgm:pt modelId="{953E4C3D-DC4C-45E5-B4FD-5706618586DE}" type="sibTrans" cxnId="{F98FEA9A-6F22-45A4-8551-7FC1DC8D0272}">
      <dgm:prSet/>
      <dgm:spPr/>
      <dgm:t>
        <a:bodyPr/>
        <a:lstStyle/>
        <a:p>
          <a:endParaRPr lang="en-IN"/>
        </a:p>
      </dgm:t>
    </dgm:pt>
    <dgm:pt modelId="{68D25A9E-CC26-4724-AC32-B26D6D338823}" type="pres">
      <dgm:prSet presAssocID="{C49E8868-B7A6-4200-851B-A14943411C87}" presName="Name0" presStyleCnt="0">
        <dgm:presLayoutVars>
          <dgm:dir/>
          <dgm:animLvl val="lvl"/>
          <dgm:resizeHandles val="exact"/>
        </dgm:presLayoutVars>
      </dgm:prSet>
      <dgm:spPr/>
    </dgm:pt>
    <dgm:pt modelId="{09180D21-165A-4078-B588-9F2381499951}" type="pres">
      <dgm:prSet presAssocID="{26778AF5-C554-4DF3-987A-7292C6743025}" presName="composite" presStyleCnt="0"/>
      <dgm:spPr/>
    </dgm:pt>
    <dgm:pt modelId="{F8E77CB3-CB1C-428A-B50E-3D6DEFF1D6B6}" type="pres">
      <dgm:prSet presAssocID="{26778AF5-C554-4DF3-987A-7292C6743025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B3FF68DC-3A17-4EFE-AF53-AA9B7B9EEBC9}" type="pres">
      <dgm:prSet presAssocID="{26778AF5-C554-4DF3-987A-7292C6743025}" presName="desTx" presStyleLbl="alignAccFollowNode1" presStyleIdx="0" presStyleCnt="3">
        <dgm:presLayoutVars>
          <dgm:bulletEnabled val="1"/>
        </dgm:presLayoutVars>
      </dgm:prSet>
      <dgm:spPr/>
    </dgm:pt>
    <dgm:pt modelId="{78AA0D6F-C5C9-4D79-AE6E-D607D1A123AC}" type="pres">
      <dgm:prSet presAssocID="{4162E7D4-30CD-4AC1-8853-64486B31F41B}" presName="space" presStyleCnt="0"/>
      <dgm:spPr/>
    </dgm:pt>
    <dgm:pt modelId="{55C062CA-19F9-4B38-9294-A8B85A4100F4}" type="pres">
      <dgm:prSet presAssocID="{31E7D0C4-12D4-469E-B38C-26C6D68BEE70}" presName="composite" presStyleCnt="0"/>
      <dgm:spPr/>
    </dgm:pt>
    <dgm:pt modelId="{9A89F1A0-37EA-4558-A71C-A4937820A1AD}" type="pres">
      <dgm:prSet presAssocID="{31E7D0C4-12D4-469E-B38C-26C6D68BEE70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DCB601CA-EA1B-4863-93FB-5AA5CF06395C}" type="pres">
      <dgm:prSet presAssocID="{31E7D0C4-12D4-469E-B38C-26C6D68BEE70}" presName="desTx" presStyleLbl="alignAccFollowNode1" presStyleIdx="1" presStyleCnt="3">
        <dgm:presLayoutVars>
          <dgm:bulletEnabled val="1"/>
        </dgm:presLayoutVars>
      </dgm:prSet>
      <dgm:spPr/>
    </dgm:pt>
    <dgm:pt modelId="{E127DB29-0F36-409F-BD79-B022EB574FCB}" type="pres">
      <dgm:prSet presAssocID="{4A9BD2E0-0803-436F-8221-C1D92355334F}" presName="space" presStyleCnt="0"/>
      <dgm:spPr/>
    </dgm:pt>
    <dgm:pt modelId="{A5ADFACC-50AA-4E65-B8FB-0AEA52996FEA}" type="pres">
      <dgm:prSet presAssocID="{E116B753-397A-47AD-AF3D-9FC45224D671}" presName="composite" presStyleCnt="0"/>
      <dgm:spPr/>
    </dgm:pt>
    <dgm:pt modelId="{1D3D9F5A-6297-40F7-A046-69FC6B4C8B93}" type="pres">
      <dgm:prSet presAssocID="{E116B753-397A-47AD-AF3D-9FC45224D671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556E3A85-459A-4442-A476-8D6BF55B0B02}" type="pres">
      <dgm:prSet presAssocID="{E116B753-397A-47AD-AF3D-9FC45224D671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DE1BE503-1E0F-45C4-8DFB-DB21B9BDC228}" type="presOf" srcId="{26778AF5-C554-4DF3-987A-7292C6743025}" destId="{F8E77CB3-CB1C-428A-B50E-3D6DEFF1D6B6}" srcOrd="0" destOrd="0" presId="urn:microsoft.com/office/officeart/2005/8/layout/hList1"/>
    <dgm:cxn modelId="{51B7CB07-4E04-404B-89FD-A79983A0A10B}" srcId="{26778AF5-C554-4DF3-987A-7292C6743025}" destId="{8F3C13FD-CE15-4B1B-87FE-0C1BB6D4DFE0}" srcOrd="0" destOrd="0" parTransId="{9D4380CF-E5DC-4390-9EEF-E38BD4D93DEC}" sibTransId="{AA8C444F-2571-4ABC-84AE-CAE1C1C2164B}"/>
    <dgm:cxn modelId="{711C772A-1818-4FDF-BDC1-3572E0B8E08F}" type="presOf" srcId="{C49E8868-B7A6-4200-851B-A14943411C87}" destId="{68D25A9E-CC26-4724-AC32-B26D6D338823}" srcOrd="0" destOrd="0" presId="urn:microsoft.com/office/officeart/2005/8/layout/hList1"/>
    <dgm:cxn modelId="{6A7AC12B-12F7-46DB-8B66-7FCC48B70EE4}" type="presOf" srcId="{88AB18E7-4345-405E-B175-698ADC130326}" destId="{556E3A85-459A-4442-A476-8D6BF55B0B02}" srcOrd="0" destOrd="0" presId="urn:microsoft.com/office/officeart/2005/8/layout/hList1"/>
    <dgm:cxn modelId="{4E2DD834-2D01-4604-90EB-492EC6F8CAE8}" srcId="{31E7D0C4-12D4-469E-B38C-26C6D68BEE70}" destId="{2E609035-BBE3-4CDB-ADA8-8133BEF83A9E}" srcOrd="0" destOrd="0" parTransId="{1848D316-3EC6-434D-802B-E3269E240D1A}" sibTransId="{6A99EE2E-AC83-4D77-A39E-1C5960369F9A}"/>
    <dgm:cxn modelId="{0176BB40-1C54-43E8-A11D-0DEAEB842985}" type="presOf" srcId="{8F3C13FD-CE15-4B1B-87FE-0C1BB6D4DFE0}" destId="{B3FF68DC-3A17-4EFE-AF53-AA9B7B9EEBC9}" srcOrd="0" destOrd="0" presId="urn:microsoft.com/office/officeart/2005/8/layout/hList1"/>
    <dgm:cxn modelId="{F82F5262-45B0-4520-9B8C-7DC3F5A7CF01}" srcId="{C49E8868-B7A6-4200-851B-A14943411C87}" destId="{31E7D0C4-12D4-469E-B38C-26C6D68BEE70}" srcOrd="1" destOrd="0" parTransId="{AB28A767-19E5-41D2-94F9-68538FC9B908}" sibTransId="{4A9BD2E0-0803-436F-8221-C1D92355334F}"/>
    <dgm:cxn modelId="{0282D569-7ED7-4847-8A2D-430C0A24CB7A}" srcId="{26778AF5-C554-4DF3-987A-7292C6743025}" destId="{1071B738-088A-4307-BD0A-51E444461278}" srcOrd="1" destOrd="0" parTransId="{E76DE79C-5BE0-4C07-BB4B-9B30B2EF32D9}" sibTransId="{A8D53AF0-BE4D-4000-866D-786817B17C35}"/>
    <dgm:cxn modelId="{116E8F4B-EDCE-4A80-BAA7-1A7DFDBDC706}" type="presOf" srcId="{E116B753-397A-47AD-AF3D-9FC45224D671}" destId="{1D3D9F5A-6297-40F7-A046-69FC6B4C8B93}" srcOrd="0" destOrd="0" presId="urn:microsoft.com/office/officeart/2005/8/layout/hList1"/>
    <dgm:cxn modelId="{4B182056-9D72-4F61-B25F-16978E2B275D}" type="presOf" srcId="{2E609035-BBE3-4CDB-ADA8-8133BEF83A9E}" destId="{DCB601CA-EA1B-4863-93FB-5AA5CF06395C}" srcOrd="0" destOrd="0" presId="urn:microsoft.com/office/officeart/2005/8/layout/hList1"/>
    <dgm:cxn modelId="{25441A92-6E8A-499F-9B79-6FE23D0FBDD1}" type="presOf" srcId="{31E7D0C4-12D4-469E-B38C-26C6D68BEE70}" destId="{9A89F1A0-37EA-4558-A71C-A4937820A1AD}" srcOrd="0" destOrd="0" presId="urn:microsoft.com/office/officeart/2005/8/layout/hList1"/>
    <dgm:cxn modelId="{F98FEA9A-6F22-45A4-8551-7FC1DC8D0272}" srcId="{E116B753-397A-47AD-AF3D-9FC45224D671}" destId="{88AB18E7-4345-405E-B175-698ADC130326}" srcOrd="0" destOrd="0" parTransId="{72E4B957-4549-4001-BBB1-0DFB22ED3ED1}" sibTransId="{953E4C3D-DC4C-45E5-B4FD-5706618586DE}"/>
    <dgm:cxn modelId="{0CDCFBA9-53F3-47CA-B70F-78CC568F8E51}" type="presOf" srcId="{1071B738-088A-4307-BD0A-51E444461278}" destId="{B3FF68DC-3A17-4EFE-AF53-AA9B7B9EEBC9}" srcOrd="0" destOrd="1" presId="urn:microsoft.com/office/officeart/2005/8/layout/hList1"/>
    <dgm:cxn modelId="{B57274D1-2B6F-4EC3-ADD6-7DF3BAA6BD69}" srcId="{C49E8868-B7A6-4200-851B-A14943411C87}" destId="{26778AF5-C554-4DF3-987A-7292C6743025}" srcOrd="0" destOrd="0" parTransId="{2BF4E439-CD03-45D5-936F-4EA6A3EE8D1B}" sibTransId="{4162E7D4-30CD-4AC1-8853-64486B31F41B}"/>
    <dgm:cxn modelId="{425AB9E2-A8A4-43DD-8F8D-7C36A84BE6F5}" srcId="{C49E8868-B7A6-4200-851B-A14943411C87}" destId="{E116B753-397A-47AD-AF3D-9FC45224D671}" srcOrd="2" destOrd="0" parTransId="{18761E07-0282-46E3-B9D1-710BFE1D3DAC}" sibTransId="{851B8462-6E57-4292-A221-39DB776642FE}"/>
    <dgm:cxn modelId="{0025FA7B-9A92-48FE-B3E2-F33DB1F4E24F}" type="presParOf" srcId="{68D25A9E-CC26-4724-AC32-B26D6D338823}" destId="{09180D21-165A-4078-B588-9F2381499951}" srcOrd="0" destOrd="0" presId="urn:microsoft.com/office/officeart/2005/8/layout/hList1"/>
    <dgm:cxn modelId="{A233EA14-E9CC-4450-B71E-442968C2EC2D}" type="presParOf" srcId="{09180D21-165A-4078-B588-9F2381499951}" destId="{F8E77CB3-CB1C-428A-B50E-3D6DEFF1D6B6}" srcOrd="0" destOrd="0" presId="urn:microsoft.com/office/officeart/2005/8/layout/hList1"/>
    <dgm:cxn modelId="{9DA5CA35-C23F-4F6F-B432-055B6AD0B9EF}" type="presParOf" srcId="{09180D21-165A-4078-B588-9F2381499951}" destId="{B3FF68DC-3A17-4EFE-AF53-AA9B7B9EEBC9}" srcOrd="1" destOrd="0" presId="urn:microsoft.com/office/officeart/2005/8/layout/hList1"/>
    <dgm:cxn modelId="{7015316B-3EB9-47FA-A746-ABFDD352213A}" type="presParOf" srcId="{68D25A9E-CC26-4724-AC32-B26D6D338823}" destId="{78AA0D6F-C5C9-4D79-AE6E-D607D1A123AC}" srcOrd="1" destOrd="0" presId="urn:microsoft.com/office/officeart/2005/8/layout/hList1"/>
    <dgm:cxn modelId="{7F8BECB2-CACE-42F2-AD8B-DAFFA2403824}" type="presParOf" srcId="{68D25A9E-CC26-4724-AC32-B26D6D338823}" destId="{55C062CA-19F9-4B38-9294-A8B85A4100F4}" srcOrd="2" destOrd="0" presId="urn:microsoft.com/office/officeart/2005/8/layout/hList1"/>
    <dgm:cxn modelId="{4F4B13F2-D677-4174-BAF7-50C24AA481CD}" type="presParOf" srcId="{55C062CA-19F9-4B38-9294-A8B85A4100F4}" destId="{9A89F1A0-37EA-4558-A71C-A4937820A1AD}" srcOrd="0" destOrd="0" presId="urn:microsoft.com/office/officeart/2005/8/layout/hList1"/>
    <dgm:cxn modelId="{4ED067CE-F033-43A6-B847-448926390898}" type="presParOf" srcId="{55C062CA-19F9-4B38-9294-A8B85A4100F4}" destId="{DCB601CA-EA1B-4863-93FB-5AA5CF06395C}" srcOrd="1" destOrd="0" presId="urn:microsoft.com/office/officeart/2005/8/layout/hList1"/>
    <dgm:cxn modelId="{A5C8DEFF-2769-4508-A207-132425F4DA0A}" type="presParOf" srcId="{68D25A9E-CC26-4724-AC32-B26D6D338823}" destId="{E127DB29-0F36-409F-BD79-B022EB574FCB}" srcOrd="3" destOrd="0" presId="urn:microsoft.com/office/officeart/2005/8/layout/hList1"/>
    <dgm:cxn modelId="{4E178D24-F032-4702-947A-19735E0E2DE1}" type="presParOf" srcId="{68D25A9E-CC26-4724-AC32-B26D6D338823}" destId="{A5ADFACC-50AA-4E65-B8FB-0AEA52996FEA}" srcOrd="4" destOrd="0" presId="urn:microsoft.com/office/officeart/2005/8/layout/hList1"/>
    <dgm:cxn modelId="{22C56A0A-51F9-444F-9B32-3D113EF8BA53}" type="presParOf" srcId="{A5ADFACC-50AA-4E65-B8FB-0AEA52996FEA}" destId="{1D3D9F5A-6297-40F7-A046-69FC6B4C8B93}" srcOrd="0" destOrd="0" presId="urn:microsoft.com/office/officeart/2005/8/layout/hList1"/>
    <dgm:cxn modelId="{9F8B9B13-7067-4084-BA11-79116EABFD57}" type="presParOf" srcId="{A5ADFACC-50AA-4E65-B8FB-0AEA52996FEA}" destId="{556E3A85-459A-4442-A476-8D6BF55B0B02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49E8868-B7A6-4200-851B-A14943411C87}" type="doc">
      <dgm:prSet loTypeId="urn:microsoft.com/office/officeart/2005/8/layout/hList1" loCatId="list" qsTypeId="urn:microsoft.com/office/officeart/2005/8/quickstyle/simple1#4" qsCatId="simple" csTypeId="urn:microsoft.com/office/officeart/2005/8/colors/accent1_2#4" csCatId="accent1" phldr="1"/>
      <dgm:spPr/>
      <dgm:t>
        <a:bodyPr/>
        <a:lstStyle/>
        <a:p>
          <a:endParaRPr lang="en-IN"/>
        </a:p>
      </dgm:t>
    </dgm:pt>
    <dgm:pt modelId="{26778AF5-C554-4DF3-987A-7292C6743025}">
      <dgm:prSet phldrT="[Text]" custT="1"/>
      <dgm:spPr>
        <a:ln>
          <a:solidFill>
            <a:schemeClr val="tx1"/>
          </a:solidFill>
        </a:ln>
      </dgm:spPr>
      <dgm:t>
        <a:bodyPr/>
        <a:lstStyle/>
        <a:p>
          <a:r>
            <a:rPr lang="en-US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Table</a:t>
          </a:r>
          <a:r>
            <a:rPr lang="en-US" sz="2200" b="1" baseline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Wise Data Management (MYSQL)</a:t>
          </a:r>
          <a:endParaRPr lang="en-IN" sz="2200" b="1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BF4E439-CD03-45D5-936F-4EA6A3EE8D1B}" type="parTrans" cxnId="{B57274D1-2B6F-4EC3-ADD6-7DF3BAA6BD69}">
      <dgm:prSet/>
      <dgm:spPr/>
      <dgm:t>
        <a:bodyPr/>
        <a:lstStyle/>
        <a:p>
          <a:endParaRPr lang="en-IN"/>
        </a:p>
      </dgm:t>
    </dgm:pt>
    <dgm:pt modelId="{4162E7D4-30CD-4AC1-8853-64486B31F41B}" type="sibTrans" cxnId="{B57274D1-2B6F-4EC3-ADD6-7DF3BAA6BD69}">
      <dgm:prSet/>
      <dgm:spPr/>
      <dgm:t>
        <a:bodyPr/>
        <a:lstStyle/>
        <a:p>
          <a:endParaRPr lang="en-IN"/>
        </a:p>
      </dgm:t>
    </dgm:pt>
    <dgm:pt modelId="{8F3C13FD-CE15-4B1B-87FE-0C1BB6D4DFE0}">
      <dgm:prSet phldrT="[Text]" custT="1"/>
      <dgm:spPr>
        <a:ln>
          <a:solidFill>
            <a:schemeClr val="tx1">
              <a:alpha val="90000"/>
            </a:schemeClr>
          </a:solidFill>
        </a:ln>
      </dgm:spPr>
      <dgm:t>
        <a:bodyPr/>
        <a:lstStyle/>
        <a:p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Separate tables for hotels, rooms, bookings, customers</a:t>
          </a:r>
          <a:endParaRPr lang="en-IN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D4380CF-E5DC-4390-9EEF-E38BD4D93DEC}" type="parTrans" cxnId="{51B7CB07-4E04-404B-89FD-A79983A0A10B}">
      <dgm:prSet/>
      <dgm:spPr/>
      <dgm:t>
        <a:bodyPr/>
        <a:lstStyle/>
        <a:p>
          <a:endParaRPr lang="en-IN"/>
        </a:p>
      </dgm:t>
    </dgm:pt>
    <dgm:pt modelId="{AA8C444F-2571-4ABC-84AE-CAE1C1C2164B}" type="sibTrans" cxnId="{51B7CB07-4E04-404B-89FD-A79983A0A10B}">
      <dgm:prSet/>
      <dgm:spPr/>
      <dgm:t>
        <a:bodyPr/>
        <a:lstStyle/>
        <a:p>
          <a:endParaRPr lang="en-IN"/>
        </a:p>
      </dgm:t>
    </dgm:pt>
    <dgm:pt modelId="{1071B738-088A-4307-BD0A-51E444461278}">
      <dgm:prSet phldrT="[Text]" custT="1"/>
      <dgm:spPr>
        <a:ln>
          <a:solidFill>
            <a:schemeClr val="tx1">
              <a:alpha val="90000"/>
            </a:schemeClr>
          </a:solidFill>
        </a:ln>
      </dgm:spPr>
      <dgm:t>
        <a:bodyPr/>
        <a:lstStyle/>
        <a:p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Ensures organized storage and easy relational queries</a:t>
          </a:r>
          <a:endParaRPr lang="en-IN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76DE79C-5BE0-4C07-BB4B-9B30B2EF32D9}" type="parTrans" cxnId="{0282D569-7ED7-4847-8A2D-430C0A24CB7A}">
      <dgm:prSet/>
      <dgm:spPr/>
      <dgm:t>
        <a:bodyPr/>
        <a:lstStyle/>
        <a:p>
          <a:endParaRPr lang="en-IN"/>
        </a:p>
      </dgm:t>
    </dgm:pt>
    <dgm:pt modelId="{A8D53AF0-BE4D-4000-866D-786817B17C35}" type="sibTrans" cxnId="{0282D569-7ED7-4847-8A2D-430C0A24CB7A}">
      <dgm:prSet/>
      <dgm:spPr/>
      <dgm:t>
        <a:bodyPr/>
        <a:lstStyle/>
        <a:p>
          <a:endParaRPr lang="en-IN"/>
        </a:p>
      </dgm:t>
    </dgm:pt>
    <dgm:pt modelId="{31E7D0C4-12D4-469E-B38C-26C6D68BEE70}">
      <dgm:prSet phldrT="[Text]" custT="1"/>
      <dgm:spPr>
        <a:ln>
          <a:solidFill>
            <a:schemeClr val="tx1"/>
          </a:solidFill>
        </a:ln>
      </dgm:spPr>
      <dgm:t>
        <a:bodyPr/>
        <a:lstStyle/>
        <a:p>
          <a:r>
            <a:rPr lang="en-US" sz="2200" b="1" dirty="0">
              <a:solidFill>
                <a:schemeClr val="tx1"/>
              </a:solidFill>
            </a:rPr>
            <a:t>Backend</a:t>
          </a:r>
          <a:r>
            <a:rPr lang="en-US" sz="2200" b="1" baseline="0" dirty="0">
              <a:solidFill>
                <a:schemeClr val="tx1"/>
              </a:solidFill>
            </a:rPr>
            <a:t> Validation &amp; Error Handling</a:t>
          </a:r>
          <a:endParaRPr lang="en-IN" sz="2200" b="1" dirty="0">
            <a:solidFill>
              <a:schemeClr val="tx1"/>
            </a:solidFill>
          </a:endParaRPr>
        </a:p>
      </dgm:t>
    </dgm:pt>
    <dgm:pt modelId="{AB28A767-19E5-41D2-94F9-68538FC9B908}" type="parTrans" cxnId="{F82F5262-45B0-4520-9B8C-7DC3F5A7CF01}">
      <dgm:prSet/>
      <dgm:spPr/>
      <dgm:t>
        <a:bodyPr/>
        <a:lstStyle/>
        <a:p>
          <a:endParaRPr lang="en-IN"/>
        </a:p>
      </dgm:t>
    </dgm:pt>
    <dgm:pt modelId="{4A9BD2E0-0803-436F-8221-C1D92355334F}" type="sibTrans" cxnId="{F82F5262-45B0-4520-9B8C-7DC3F5A7CF01}">
      <dgm:prSet/>
      <dgm:spPr/>
      <dgm:t>
        <a:bodyPr/>
        <a:lstStyle/>
        <a:p>
          <a:endParaRPr lang="en-IN"/>
        </a:p>
      </dgm:t>
    </dgm:pt>
    <dgm:pt modelId="{2E609035-BBE3-4CDB-ADA8-8133BEF83A9E}">
      <dgm:prSet phldrT="[Text]" custT="1"/>
      <dgm:spPr>
        <a:ln>
          <a:solidFill>
            <a:schemeClr val="tx1">
              <a:alpha val="90000"/>
            </a:schemeClr>
          </a:solidFill>
        </a:ln>
      </dgm:spPr>
      <dgm:t>
        <a:bodyPr/>
        <a:lstStyle/>
        <a:p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Prevents duplicate entries, missing fields, or invalid operations
Maintains cleanliness and accuracy of the database</a:t>
          </a:r>
          <a:endParaRPr lang="en-IN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848D316-3EC6-434D-802B-E3269E240D1A}" type="parTrans" cxnId="{4E2DD834-2D01-4604-90EB-492EC6F8CAE8}">
      <dgm:prSet/>
      <dgm:spPr/>
      <dgm:t>
        <a:bodyPr/>
        <a:lstStyle/>
        <a:p>
          <a:endParaRPr lang="en-IN"/>
        </a:p>
      </dgm:t>
    </dgm:pt>
    <dgm:pt modelId="{6A99EE2E-AC83-4D77-A39E-1C5960369F9A}" type="sibTrans" cxnId="{4E2DD834-2D01-4604-90EB-492EC6F8CAE8}">
      <dgm:prSet/>
      <dgm:spPr/>
      <dgm:t>
        <a:bodyPr/>
        <a:lstStyle/>
        <a:p>
          <a:endParaRPr lang="en-IN"/>
        </a:p>
      </dgm:t>
    </dgm:pt>
    <dgm:pt modelId="{68D25A9E-CC26-4724-AC32-B26D6D338823}" type="pres">
      <dgm:prSet presAssocID="{C49E8868-B7A6-4200-851B-A14943411C87}" presName="Name0" presStyleCnt="0">
        <dgm:presLayoutVars>
          <dgm:dir/>
          <dgm:animLvl val="lvl"/>
          <dgm:resizeHandles val="exact"/>
        </dgm:presLayoutVars>
      </dgm:prSet>
      <dgm:spPr/>
    </dgm:pt>
    <dgm:pt modelId="{09180D21-165A-4078-B588-9F2381499951}" type="pres">
      <dgm:prSet presAssocID="{26778AF5-C554-4DF3-987A-7292C6743025}" presName="composite" presStyleCnt="0"/>
      <dgm:spPr/>
    </dgm:pt>
    <dgm:pt modelId="{F8E77CB3-CB1C-428A-B50E-3D6DEFF1D6B6}" type="pres">
      <dgm:prSet presAssocID="{26778AF5-C554-4DF3-987A-7292C6743025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B3FF68DC-3A17-4EFE-AF53-AA9B7B9EEBC9}" type="pres">
      <dgm:prSet presAssocID="{26778AF5-C554-4DF3-987A-7292C6743025}" presName="desTx" presStyleLbl="alignAccFollowNode1" presStyleIdx="0" presStyleCnt="2">
        <dgm:presLayoutVars>
          <dgm:bulletEnabled val="1"/>
        </dgm:presLayoutVars>
      </dgm:prSet>
      <dgm:spPr/>
    </dgm:pt>
    <dgm:pt modelId="{78AA0D6F-C5C9-4D79-AE6E-D607D1A123AC}" type="pres">
      <dgm:prSet presAssocID="{4162E7D4-30CD-4AC1-8853-64486B31F41B}" presName="space" presStyleCnt="0"/>
      <dgm:spPr/>
    </dgm:pt>
    <dgm:pt modelId="{55C062CA-19F9-4B38-9294-A8B85A4100F4}" type="pres">
      <dgm:prSet presAssocID="{31E7D0C4-12D4-469E-B38C-26C6D68BEE70}" presName="composite" presStyleCnt="0"/>
      <dgm:spPr/>
    </dgm:pt>
    <dgm:pt modelId="{9A89F1A0-37EA-4558-A71C-A4937820A1AD}" type="pres">
      <dgm:prSet presAssocID="{31E7D0C4-12D4-469E-B38C-26C6D68BEE70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DCB601CA-EA1B-4863-93FB-5AA5CF06395C}" type="pres">
      <dgm:prSet presAssocID="{31E7D0C4-12D4-469E-B38C-26C6D68BEE70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DE1BE503-1E0F-45C4-8DFB-DB21B9BDC228}" type="presOf" srcId="{26778AF5-C554-4DF3-987A-7292C6743025}" destId="{F8E77CB3-CB1C-428A-B50E-3D6DEFF1D6B6}" srcOrd="0" destOrd="0" presId="urn:microsoft.com/office/officeart/2005/8/layout/hList1"/>
    <dgm:cxn modelId="{51B7CB07-4E04-404B-89FD-A79983A0A10B}" srcId="{26778AF5-C554-4DF3-987A-7292C6743025}" destId="{8F3C13FD-CE15-4B1B-87FE-0C1BB6D4DFE0}" srcOrd="0" destOrd="0" parTransId="{9D4380CF-E5DC-4390-9EEF-E38BD4D93DEC}" sibTransId="{AA8C444F-2571-4ABC-84AE-CAE1C1C2164B}"/>
    <dgm:cxn modelId="{711C772A-1818-4FDF-BDC1-3572E0B8E08F}" type="presOf" srcId="{C49E8868-B7A6-4200-851B-A14943411C87}" destId="{68D25A9E-CC26-4724-AC32-B26D6D338823}" srcOrd="0" destOrd="0" presId="urn:microsoft.com/office/officeart/2005/8/layout/hList1"/>
    <dgm:cxn modelId="{4E2DD834-2D01-4604-90EB-492EC6F8CAE8}" srcId="{31E7D0C4-12D4-469E-B38C-26C6D68BEE70}" destId="{2E609035-BBE3-4CDB-ADA8-8133BEF83A9E}" srcOrd="0" destOrd="0" parTransId="{1848D316-3EC6-434D-802B-E3269E240D1A}" sibTransId="{6A99EE2E-AC83-4D77-A39E-1C5960369F9A}"/>
    <dgm:cxn modelId="{0176BB40-1C54-43E8-A11D-0DEAEB842985}" type="presOf" srcId="{8F3C13FD-CE15-4B1B-87FE-0C1BB6D4DFE0}" destId="{B3FF68DC-3A17-4EFE-AF53-AA9B7B9EEBC9}" srcOrd="0" destOrd="0" presId="urn:microsoft.com/office/officeart/2005/8/layout/hList1"/>
    <dgm:cxn modelId="{F82F5262-45B0-4520-9B8C-7DC3F5A7CF01}" srcId="{C49E8868-B7A6-4200-851B-A14943411C87}" destId="{31E7D0C4-12D4-469E-B38C-26C6D68BEE70}" srcOrd="1" destOrd="0" parTransId="{AB28A767-19E5-41D2-94F9-68538FC9B908}" sibTransId="{4A9BD2E0-0803-436F-8221-C1D92355334F}"/>
    <dgm:cxn modelId="{0282D569-7ED7-4847-8A2D-430C0A24CB7A}" srcId="{26778AF5-C554-4DF3-987A-7292C6743025}" destId="{1071B738-088A-4307-BD0A-51E444461278}" srcOrd="1" destOrd="0" parTransId="{E76DE79C-5BE0-4C07-BB4B-9B30B2EF32D9}" sibTransId="{A8D53AF0-BE4D-4000-866D-786817B17C35}"/>
    <dgm:cxn modelId="{4B182056-9D72-4F61-B25F-16978E2B275D}" type="presOf" srcId="{2E609035-BBE3-4CDB-ADA8-8133BEF83A9E}" destId="{DCB601CA-EA1B-4863-93FB-5AA5CF06395C}" srcOrd="0" destOrd="0" presId="urn:microsoft.com/office/officeart/2005/8/layout/hList1"/>
    <dgm:cxn modelId="{25441A92-6E8A-499F-9B79-6FE23D0FBDD1}" type="presOf" srcId="{31E7D0C4-12D4-469E-B38C-26C6D68BEE70}" destId="{9A89F1A0-37EA-4558-A71C-A4937820A1AD}" srcOrd="0" destOrd="0" presId="urn:microsoft.com/office/officeart/2005/8/layout/hList1"/>
    <dgm:cxn modelId="{0CDCFBA9-53F3-47CA-B70F-78CC568F8E51}" type="presOf" srcId="{1071B738-088A-4307-BD0A-51E444461278}" destId="{B3FF68DC-3A17-4EFE-AF53-AA9B7B9EEBC9}" srcOrd="0" destOrd="1" presId="urn:microsoft.com/office/officeart/2005/8/layout/hList1"/>
    <dgm:cxn modelId="{B57274D1-2B6F-4EC3-ADD6-7DF3BAA6BD69}" srcId="{C49E8868-B7A6-4200-851B-A14943411C87}" destId="{26778AF5-C554-4DF3-987A-7292C6743025}" srcOrd="0" destOrd="0" parTransId="{2BF4E439-CD03-45D5-936F-4EA6A3EE8D1B}" sibTransId="{4162E7D4-30CD-4AC1-8853-64486B31F41B}"/>
    <dgm:cxn modelId="{0025FA7B-9A92-48FE-B3E2-F33DB1F4E24F}" type="presParOf" srcId="{68D25A9E-CC26-4724-AC32-B26D6D338823}" destId="{09180D21-165A-4078-B588-9F2381499951}" srcOrd="0" destOrd="0" presId="urn:microsoft.com/office/officeart/2005/8/layout/hList1"/>
    <dgm:cxn modelId="{A233EA14-E9CC-4450-B71E-442968C2EC2D}" type="presParOf" srcId="{09180D21-165A-4078-B588-9F2381499951}" destId="{F8E77CB3-CB1C-428A-B50E-3D6DEFF1D6B6}" srcOrd="0" destOrd="0" presId="urn:microsoft.com/office/officeart/2005/8/layout/hList1"/>
    <dgm:cxn modelId="{9DA5CA35-C23F-4F6F-B432-055B6AD0B9EF}" type="presParOf" srcId="{09180D21-165A-4078-B588-9F2381499951}" destId="{B3FF68DC-3A17-4EFE-AF53-AA9B7B9EEBC9}" srcOrd="1" destOrd="0" presId="urn:microsoft.com/office/officeart/2005/8/layout/hList1"/>
    <dgm:cxn modelId="{7015316B-3EB9-47FA-A746-ABFDD352213A}" type="presParOf" srcId="{68D25A9E-CC26-4724-AC32-B26D6D338823}" destId="{78AA0D6F-C5C9-4D79-AE6E-D607D1A123AC}" srcOrd="1" destOrd="0" presId="urn:microsoft.com/office/officeart/2005/8/layout/hList1"/>
    <dgm:cxn modelId="{7F8BECB2-CACE-42F2-AD8B-DAFFA2403824}" type="presParOf" srcId="{68D25A9E-CC26-4724-AC32-B26D6D338823}" destId="{55C062CA-19F9-4B38-9294-A8B85A4100F4}" srcOrd="2" destOrd="0" presId="urn:microsoft.com/office/officeart/2005/8/layout/hList1"/>
    <dgm:cxn modelId="{4F4B13F2-D677-4174-BAF7-50C24AA481CD}" type="presParOf" srcId="{55C062CA-19F9-4B38-9294-A8B85A4100F4}" destId="{9A89F1A0-37EA-4558-A71C-A4937820A1AD}" srcOrd="0" destOrd="0" presId="urn:microsoft.com/office/officeart/2005/8/layout/hList1"/>
    <dgm:cxn modelId="{4ED067CE-F033-43A6-B847-448926390898}" type="presParOf" srcId="{55C062CA-19F9-4B38-9294-A8B85A4100F4}" destId="{DCB601CA-EA1B-4863-93FB-5AA5CF06395C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49E8868-B7A6-4200-851B-A14943411C87}" type="doc">
      <dgm:prSet loTypeId="urn:microsoft.com/office/officeart/2005/8/layout/hList1" loCatId="list" qsTypeId="urn:microsoft.com/office/officeart/2005/8/quickstyle/simple1#5" qsCatId="simple" csTypeId="urn:microsoft.com/office/officeart/2005/8/colors/accent1_2#5" csCatId="accent1" phldr="1"/>
      <dgm:spPr/>
      <dgm:t>
        <a:bodyPr/>
        <a:lstStyle/>
        <a:p>
          <a:endParaRPr lang="en-IN"/>
        </a:p>
      </dgm:t>
    </dgm:pt>
    <dgm:pt modelId="{26778AF5-C554-4DF3-987A-7292C6743025}">
      <dgm:prSet phldrT="[Text]" custT="1"/>
      <dgm:spPr>
        <a:ln>
          <a:solidFill>
            <a:schemeClr val="tx1"/>
          </a:solidFill>
        </a:ln>
      </dgm:spPr>
      <dgm:t>
        <a:bodyPr/>
        <a:lstStyle/>
        <a:p>
          <a:r>
            <a:rPr lang="en-US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PHP</a:t>
          </a:r>
          <a:endParaRPr lang="en-IN" sz="2200" b="1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BF4E439-CD03-45D5-936F-4EA6A3EE8D1B}" type="parTrans" cxnId="{B57274D1-2B6F-4EC3-ADD6-7DF3BAA6BD69}">
      <dgm:prSet/>
      <dgm:spPr/>
      <dgm:t>
        <a:bodyPr/>
        <a:lstStyle/>
        <a:p>
          <a:endParaRPr lang="en-IN"/>
        </a:p>
      </dgm:t>
    </dgm:pt>
    <dgm:pt modelId="{4162E7D4-30CD-4AC1-8853-64486B31F41B}" type="sibTrans" cxnId="{B57274D1-2B6F-4EC3-ADD6-7DF3BAA6BD69}">
      <dgm:prSet/>
      <dgm:spPr/>
      <dgm:t>
        <a:bodyPr/>
        <a:lstStyle/>
        <a:p>
          <a:endParaRPr lang="en-IN"/>
        </a:p>
      </dgm:t>
    </dgm:pt>
    <dgm:pt modelId="{8F3C13FD-CE15-4B1B-87FE-0C1BB6D4DFE0}">
      <dgm:prSet phldrT="[Text]" custT="1"/>
      <dgm:spPr>
        <a:ln>
          <a:solidFill>
            <a:schemeClr val="tx1">
              <a:alpha val="90000"/>
            </a:schemeClr>
          </a:solidFill>
        </a:ln>
      </dgm:spPr>
      <dgm:t>
        <a:bodyPr/>
        <a:lstStyle/>
        <a:p>
          <a:pPr algn="l"/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Displays cities, hotels, rooms Dynamically from the database</a:t>
          </a:r>
          <a:endParaRPr lang="en-IN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D4380CF-E5DC-4390-9EEF-E38BD4D93DEC}" type="parTrans" cxnId="{51B7CB07-4E04-404B-89FD-A79983A0A10B}">
      <dgm:prSet/>
      <dgm:spPr/>
      <dgm:t>
        <a:bodyPr/>
        <a:lstStyle/>
        <a:p>
          <a:endParaRPr lang="en-IN"/>
        </a:p>
      </dgm:t>
    </dgm:pt>
    <dgm:pt modelId="{AA8C444F-2571-4ABC-84AE-CAE1C1C2164B}" type="sibTrans" cxnId="{51B7CB07-4E04-404B-89FD-A79983A0A10B}">
      <dgm:prSet/>
      <dgm:spPr/>
      <dgm:t>
        <a:bodyPr/>
        <a:lstStyle/>
        <a:p>
          <a:endParaRPr lang="en-IN"/>
        </a:p>
      </dgm:t>
    </dgm:pt>
    <dgm:pt modelId="{1071B738-088A-4307-BD0A-51E444461278}">
      <dgm:prSet phldrT="[Text]" custT="1"/>
      <dgm:spPr>
        <a:ln>
          <a:solidFill>
            <a:schemeClr val="tx1">
              <a:alpha val="90000"/>
            </a:schemeClr>
          </a:solidFill>
        </a:ln>
      </dgm:spPr>
      <dgm:t>
        <a:bodyPr/>
        <a:lstStyle/>
        <a:p>
          <a:pPr algn="l"/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Handles booking form submission and stores bookings securely</a:t>
          </a:r>
          <a:endParaRPr lang="en-IN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76DE79C-5BE0-4C07-BB4B-9B30B2EF32D9}" type="parTrans" cxnId="{0282D569-7ED7-4847-8A2D-430C0A24CB7A}">
      <dgm:prSet/>
      <dgm:spPr/>
      <dgm:t>
        <a:bodyPr/>
        <a:lstStyle/>
        <a:p>
          <a:endParaRPr lang="en-IN"/>
        </a:p>
      </dgm:t>
    </dgm:pt>
    <dgm:pt modelId="{A8D53AF0-BE4D-4000-866D-786817B17C35}" type="sibTrans" cxnId="{0282D569-7ED7-4847-8A2D-430C0A24CB7A}">
      <dgm:prSet/>
      <dgm:spPr/>
      <dgm:t>
        <a:bodyPr/>
        <a:lstStyle/>
        <a:p>
          <a:endParaRPr lang="en-IN"/>
        </a:p>
      </dgm:t>
    </dgm:pt>
    <dgm:pt modelId="{31E7D0C4-12D4-469E-B38C-26C6D68BEE70}">
      <dgm:prSet phldrT="[Text]" custT="1"/>
      <dgm:spPr>
        <a:ln>
          <a:solidFill>
            <a:schemeClr val="tx1"/>
          </a:solidFill>
        </a:ln>
      </dgm:spPr>
      <dgm:t>
        <a:bodyPr/>
        <a:lstStyle/>
        <a:p>
          <a:r>
            <a:rPr lang="en-US" sz="2200" b="1" dirty="0">
              <a:solidFill>
                <a:schemeClr val="tx1"/>
              </a:solidFill>
            </a:rPr>
            <a:t>MYSQL</a:t>
          </a:r>
          <a:r>
            <a:rPr lang="en-US" sz="2200" b="1" baseline="0" dirty="0">
              <a:solidFill>
                <a:schemeClr val="tx1"/>
              </a:solidFill>
            </a:rPr>
            <a:t> for database Storage</a:t>
          </a:r>
          <a:endParaRPr lang="en-IN" sz="2200" b="1" dirty="0">
            <a:solidFill>
              <a:schemeClr val="tx1"/>
            </a:solidFill>
          </a:endParaRPr>
        </a:p>
      </dgm:t>
    </dgm:pt>
    <dgm:pt modelId="{AB28A767-19E5-41D2-94F9-68538FC9B908}" type="parTrans" cxnId="{F82F5262-45B0-4520-9B8C-7DC3F5A7CF01}">
      <dgm:prSet/>
      <dgm:spPr/>
      <dgm:t>
        <a:bodyPr/>
        <a:lstStyle/>
        <a:p>
          <a:endParaRPr lang="en-IN"/>
        </a:p>
      </dgm:t>
    </dgm:pt>
    <dgm:pt modelId="{4A9BD2E0-0803-436F-8221-C1D92355334F}" type="sibTrans" cxnId="{F82F5262-45B0-4520-9B8C-7DC3F5A7CF01}">
      <dgm:prSet/>
      <dgm:spPr/>
      <dgm:t>
        <a:bodyPr/>
        <a:lstStyle/>
        <a:p>
          <a:endParaRPr lang="en-IN"/>
        </a:p>
      </dgm:t>
    </dgm:pt>
    <dgm:pt modelId="{2E609035-BBE3-4CDB-ADA8-8133BEF83A9E}">
      <dgm:prSet phldrT="[Text]" custT="1"/>
      <dgm:spPr>
        <a:ln>
          <a:solidFill>
            <a:schemeClr val="tx1">
              <a:alpha val="90000"/>
            </a:schemeClr>
          </a:solidFill>
        </a:ln>
      </dgm:spPr>
      <dgm:t>
        <a:bodyPr/>
        <a:lstStyle/>
        <a:p>
          <a:r>
            <a:rPr lang="en-IN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Stores user Account, hotels details, room data, and bookings.</a:t>
          </a:r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
Ensures smooth retrieval using optimized SELECT queries.</a:t>
          </a:r>
          <a:endParaRPr lang="en-IN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848D316-3EC6-434D-802B-E3269E240D1A}" type="parTrans" cxnId="{4E2DD834-2D01-4604-90EB-492EC6F8CAE8}">
      <dgm:prSet/>
      <dgm:spPr/>
      <dgm:t>
        <a:bodyPr/>
        <a:lstStyle/>
        <a:p>
          <a:endParaRPr lang="en-IN"/>
        </a:p>
      </dgm:t>
    </dgm:pt>
    <dgm:pt modelId="{6A99EE2E-AC83-4D77-A39E-1C5960369F9A}" type="sibTrans" cxnId="{4E2DD834-2D01-4604-90EB-492EC6F8CAE8}">
      <dgm:prSet/>
      <dgm:spPr/>
      <dgm:t>
        <a:bodyPr/>
        <a:lstStyle/>
        <a:p>
          <a:endParaRPr lang="en-IN"/>
        </a:p>
      </dgm:t>
    </dgm:pt>
    <dgm:pt modelId="{E116B753-397A-47AD-AF3D-9FC45224D671}">
      <dgm:prSet phldrT="[Text]" custT="1"/>
      <dgm:spPr>
        <a:ln>
          <a:solidFill>
            <a:schemeClr val="tx1"/>
          </a:solidFill>
        </a:ln>
      </dgm:spPr>
      <dgm:t>
        <a:bodyPr/>
        <a:lstStyle/>
        <a:p>
          <a:r>
            <a:rPr lang="en-US" sz="2200" b="1" dirty="0">
              <a:solidFill>
                <a:schemeClr val="tx1"/>
              </a:solidFill>
            </a:rPr>
            <a:t>HTML/CSS/ Bootstrap</a:t>
          </a:r>
          <a:endParaRPr lang="en-IN" sz="2200" b="1" dirty="0">
            <a:solidFill>
              <a:schemeClr val="tx1"/>
            </a:solidFill>
          </a:endParaRPr>
        </a:p>
      </dgm:t>
    </dgm:pt>
    <dgm:pt modelId="{18761E07-0282-46E3-B9D1-710BFE1D3DAC}" type="parTrans" cxnId="{425AB9E2-A8A4-43DD-8F8D-7C36A84BE6F5}">
      <dgm:prSet/>
      <dgm:spPr/>
      <dgm:t>
        <a:bodyPr/>
        <a:lstStyle/>
        <a:p>
          <a:endParaRPr lang="en-IN"/>
        </a:p>
      </dgm:t>
    </dgm:pt>
    <dgm:pt modelId="{851B8462-6E57-4292-A221-39DB776642FE}" type="sibTrans" cxnId="{425AB9E2-A8A4-43DD-8F8D-7C36A84BE6F5}">
      <dgm:prSet/>
      <dgm:spPr/>
      <dgm:t>
        <a:bodyPr/>
        <a:lstStyle/>
        <a:p>
          <a:endParaRPr lang="en-IN"/>
        </a:p>
      </dgm:t>
    </dgm:pt>
    <dgm:pt modelId="{88AB18E7-4345-405E-B175-698ADC130326}">
      <dgm:prSet phldrT="[Text]" custT="1"/>
      <dgm:spPr>
        <a:ln>
          <a:solidFill>
            <a:schemeClr val="tx1">
              <a:alpha val="90000"/>
            </a:schemeClr>
          </a:solidFill>
        </a:ln>
      </dgm:spPr>
      <dgm:t>
        <a:bodyPr/>
        <a:lstStyle/>
        <a:p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Provides responsive, user-friendly layout on all devices.</a:t>
          </a:r>
          <a:r>
            <a:rPr lang="en-IN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
</a:t>
          </a:r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Enhances user experience with clean components like cards and forms.</a:t>
          </a:r>
          <a:endParaRPr lang="en-IN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2E4B957-4549-4001-BBB1-0DFB22ED3ED1}" type="parTrans" cxnId="{F98FEA9A-6F22-45A4-8551-7FC1DC8D0272}">
      <dgm:prSet/>
      <dgm:spPr/>
      <dgm:t>
        <a:bodyPr/>
        <a:lstStyle/>
        <a:p>
          <a:endParaRPr lang="en-IN"/>
        </a:p>
      </dgm:t>
    </dgm:pt>
    <dgm:pt modelId="{953E4C3D-DC4C-45E5-B4FD-5706618586DE}" type="sibTrans" cxnId="{F98FEA9A-6F22-45A4-8551-7FC1DC8D0272}">
      <dgm:prSet/>
      <dgm:spPr/>
      <dgm:t>
        <a:bodyPr/>
        <a:lstStyle/>
        <a:p>
          <a:endParaRPr lang="en-IN"/>
        </a:p>
      </dgm:t>
    </dgm:pt>
    <dgm:pt modelId="{68D25A9E-CC26-4724-AC32-B26D6D338823}" type="pres">
      <dgm:prSet presAssocID="{C49E8868-B7A6-4200-851B-A14943411C87}" presName="Name0" presStyleCnt="0">
        <dgm:presLayoutVars>
          <dgm:dir/>
          <dgm:animLvl val="lvl"/>
          <dgm:resizeHandles val="exact"/>
        </dgm:presLayoutVars>
      </dgm:prSet>
      <dgm:spPr/>
    </dgm:pt>
    <dgm:pt modelId="{09180D21-165A-4078-B588-9F2381499951}" type="pres">
      <dgm:prSet presAssocID="{26778AF5-C554-4DF3-987A-7292C6743025}" presName="composite" presStyleCnt="0"/>
      <dgm:spPr/>
    </dgm:pt>
    <dgm:pt modelId="{F8E77CB3-CB1C-428A-B50E-3D6DEFF1D6B6}" type="pres">
      <dgm:prSet presAssocID="{26778AF5-C554-4DF3-987A-7292C6743025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B3FF68DC-3A17-4EFE-AF53-AA9B7B9EEBC9}" type="pres">
      <dgm:prSet presAssocID="{26778AF5-C554-4DF3-987A-7292C6743025}" presName="desTx" presStyleLbl="alignAccFollowNode1" presStyleIdx="0" presStyleCnt="3">
        <dgm:presLayoutVars>
          <dgm:bulletEnabled val="1"/>
        </dgm:presLayoutVars>
      </dgm:prSet>
      <dgm:spPr/>
    </dgm:pt>
    <dgm:pt modelId="{78AA0D6F-C5C9-4D79-AE6E-D607D1A123AC}" type="pres">
      <dgm:prSet presAssocID="{4162E7D4-30CD-4AC1-8853-64486B31F41B}" presName="space" presStyleCnt="0"/>
      <dgm:spPr/>
    </dgm:pt>
    <dgm:pt modelId="{55C062CA-19F9-4B38-9294-A8B85A4100F4}" type="pres">
      <dgm:prSet presAssocID="{31E7D0C4-12D4-469E-B38C-26C6D68BEE70}" presName="composite" presStyleCnt="0"/>
      <dgm:spPr/>
    </dgm:pt>
    <dgm:pt modelId="{9A89F1A0-37EA-4558-A71C-A4937820A1AD}" type="pres">
      <dgm:prSet presAssocID="{31E7D0C4-12D4-469E-B38C-26C6D68BEE70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DCB601CA-EA1B-4863-93FB-5AA5CF06395C}" type="pres">
      <dgm:prSet presAssocID="{31E7D0C4-12D4-469E-B38C-26C6D68BEE70}" presName="desTx" presStyleLbl="alignAccFollowNode1" presStyleIdx="1" presStyleCnt="3">
        <dgm:presLayoutVars>
          <dgm:bulletEnabled val="1"/>
        </dgm:presLayoutVars>
      </dgm:prSet>
      <dgm:spPr/>
    </dgm:pt>
    <dgm:pt modelId="{E127DB29-0F36-409F-BD79-B022EB574FCB}" type="pres">
      <dgm:prSet presAssocID="{4A9BD2E0-0803-436F-8221-C1D92355334F}" presName="space" presStyleCnt="0"/>
      <dgm:spPr/>
    </dgm:pt>
    <dgm:pt modelId="{A5ADFACC-50AA-4E65-B8FB-0AEA52996FEA}" type="pres">
      <dgm:prSet presAssocID="{E116B753-397A-47AD-AF3D-9FC45224D671}" presName="composite" presStyleCnt="0"/>
      <dgm:spPr/>
    </dgm:pt>
    <dgm:pt modelId="{1D3D9F5A-6297-40F7-A046-69FC6B4C8B93}" type="pres">
      <dgm:prSet presAssocID="{E116B753-397A-47AD-AF3D-9FC45224D671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556E3A85-459A-4442-A476-8D6BF55B0B02}" type="pres">
      <dgm:prSet presAssocID="{E116B753-397A-47AD-AF3D-9FC45224D671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DE1BE503-1E0F-45C4-8DFB-DB21B9BDC228}" type="presOf" srcId="{26778AF5-C554-4DF3-987A-7292C6743025}" destId="{F8E77CB3-CB1C-428A-B50E-3D6DEFF1D6B6}" srcOrd="0" destOrd="0" presId="urn:microsoft.com/office/officeart/2005/8/layout/hList1"/>
    <dgm:cxn modelId="{51B7CB07-4E04-404B-89FD-A79983A0A10B}" srcId="{26778AF5-C554-4DF3-987A-7292C6743025}" destId="{8F3C13FD-CE15-4B1B-87FE-0C1BB6D4DFE0}" srcOrd="0" destOrd="0" parTransId="{9D4380CF-E5DC-4390-9EEF-E38BD4D93DEC}" sibTransId="{AA8C444F-2571-4ABC-84AE-CAE1C1C2164B}"/>
    <dgm:cxn modelId="{711C772A-1818-4FDF-BDC1-3572E0B8E08F}" type="presOf" srcId="{C49E8868-B7A6-4200-851B-A14943411C87}" destId="{68D25A9E-CC26-4724-AC32-B26D6D338823}" srcOrd="0" destOrd="0" presId="urn:microsoft.com/office/officeart/2005/8/layout/hList1"/>
    <dgm:cxn modelId="{6A7AC12B-12F7-46DB-8B66-7FCC48B70EE4}" type="presOf" srcId="{88AB18E7-4345-405E-B175-698ADC130326}" destId="{556E3A85-459A-4442-A476-8D6BF55B0B02}" srcOrd="0" destOrd="0" presId="urn:microsoft.com/office/officeart/2005/8/layout/hList1"/>
    <dgm:cxn modelId="{4E2DD834-2D01-4604-90EB-492EC6F8CAE8}" srcId="{31E7D0C4-12D4-469E-B38C-26C6D68BEE70}" destId="{2E609035-BBE3-4CDB-ADA8-8133BEF83A9E}" srcOrd="0" destOrd="0" parTransId="{1848D316-3EC6-434D-802B-E3269E240D1A}" sibTransId="{6A99EE2E-AC83-4D77-A39E-1C5960369F9A}"/>
    <dgm:cxn modelId="{0176BB40-1C54-43E8-A11D-0DEAEB842985}" type="presOf" srcId="{8F3C13FD-CE15-4B1B-87FE-0C1BB6D4DFE0}" destId="{B3FF68DC-3A17-4EFE-AF53-AA9B7B9EEBC9}" srcOrd="0" destOrd="0" presId="urn:microsoft.com/office/officeart/2005/8/layout/hList1"/>
    <dgm:cxn modelId="{F82F5262-45B0-4520-9B8C-7DC3F5A7CF01}" srcId="{C49E8868-B7A6-4200-851B-A14943411C87}" destId="{31E7D0C4-12D4-469E-B38C-26C6D68BEE70}" srcOrd="1" destOrd="0" parTransId="{AB28A767-19E5-41D2-94F9-68538FC9B908}" sibTransId="{4A9BD2E0-0803-436F-8221-C1D92355334F}"/>
    <dgm:cxn modelId="{0282D569-7ED7-4847-8A2D-430C0A24CB7A}" srcId="{26778AF5-C554-4DF3-987A-7292C6743025}" destId="{1071B738-088A-4307-BD0A-51E444461278}" srcOrd="1" destOrd="0" parTransId="{E76DE79C-5BE0-4C07-BB4B-9B30B2EF32D9}" sibTransId="{A8D53AF0-BE4D-4000-866D-786817B17C35}"/>
    <dgm:cxn modelId="{116E8F4B-EDCE-4A80-BAA7-1A7DFDBDC706}" type="presOf" srcId="{E116B753-397A-47AD-AF3D-9FC45224D671}" destId="{1D3D9F5A-6297-40F7-A046-69FC6B4C8B93}" srcOrd="0" destOrd="0" presId="urn:microsoft.com/office/officeart/2005/8/layout/hList1"/>
    <dgm:cxn modelId="{4B182056-9D72-4F61-B25F-16978E2B275D}" type="presOf" srcId="{2E609035-BBE3-4CDB-ADA8-8133BEF83A9E}" destId="{DCB601CA-EA1B-4863-93FB-5AA5CF06395C}" srcOrd="0" destOrd="0" presId="urn:microsoft.com/office/officeart/2005/8/layout/hList1"/>
    <dgm:cxn modelId="{25441A92-6E8A-499F-9B79-6FE23D0FBDD1}" type="presOf" srcId="{31E7D0C4-12D4-469E-B38C-26C6D68BEE70}" destId="{9A89F1A0-37EA-4558-A71C-A4937820A1AD}" srcOrd="0" destOrd="0" presId="urn:microsoft.com/office/officeart/2005/8/layout/hList1"/>
    <dgm:cxn modelId="{F98FEA9A-6F22-45A4-8551-7FC1DC8D0272}" srcId="{E116B753-397A-47AD-AF3D-9FC45224D671}" destId="{88AB18E7-4345-405E-B175-698ADC130326}" srcOrd="0" destOrd="0" parTransId="{72E4B957-4549-4001-BBB1-0DFB22ED3ED1}" sibTransId="{953E4C3D-DC4C-45E5-B4FD-5706618586DE}"/>
    <dgm:cxn modelId="{0CDCFBA9-53F3-47CA-B70F-78CC568F8E51}" type="presOf" srcId="{1071B738-088A-4307-BD0A-51E444461278}" destId="{B3FF68DC-3A17-4EFE-AF53-AA9B7B9EEBC9}" srcOrd="0" destOrd="1" presId="urn:microsoft.com/office/officeart/2005/8/layout/hList1"/>
    <dgm:cxn modelId="{B57274D1-2B6F-4EC3-ADD6-7DF3BAA6BD69}" srcId="{C49E8868-B7A6-4200-851B-A14943411C87}" destId="{26778AF5-C554-4DF3-987A-7292C6743025}" srcOrd="0" destOrd="0" parTransId="{2BF4E439-CD03-45D5-936F-4EA6A3EE8D1B}" sibTransId="{4162E7D4-30CD-4AC1-8853-64486B31F41B}"/>
    <dgm:cxn modelId="{425AB9E2-A8A4-43DD-8F8D-7C36A84BE6F5}" srcId="{C49E8868-B7A6-4200-851B-A14943411C87}" destId="{E116B753-397A-47AD-AF3D-9FC45224D671}" srcOrd="2" destOrd="0" parTransId="{18761E07-0282-46E3-B9D1-710BFE1D3DAC}" sibTransId="{851B8462-6E57-4292-A221-39DB776642FE}"/>
    <dgm:cxn modelId="{0025FA7B-9A92-48FE-B3E2-F33DB1F4E24F}" type="presParOf" srcId="{68D25A9E-CC26-4724-AC32-B26D6D338823}" destId="{09180D21-165A-4078-B588-9F2381499951}" srcOrd="0" destOrd="0" presId="urn:microsoft.com/office/officeart/2005/8/layout/hList1"/>
    <dgm:cxn modelId="{A233EA14-E9CC-4450-B71E-442968C2EC2D}" type="presParOf" srcId="{09180D21-165A-4078-B588-9F2381499951}" destId="{F8E77CB3-CB1C-428A-B50E-3D6DEFF1D6B6}" srcOrd="0" destOrd="0" presId="urn:microsoft.com/office/officeart/2005/8/layout/hList1"/>
    <dgm:cxn modelId="{9DA5CA35-C23F-4F6F-B432-055B6AD0B9EF}" type="presParOf" srcId="{09180D21-165A-4078-B588-9F2381499951}" destId="{B3FF68DC-3A17-4EFE-AF53-AA9B7B9EEBC9}" srcOrd="1" destOrd="0" presId="urn:microsoft.com/office/officeart/2005/8/layout/hList1"/>
    <dgm:cxn modelId="{7015316B-3EB9-47FA-A746-ABFDD352213A}" type="presParOf" srcId="{68D25A9E-CC26-4724-AC32-B26D6D338823}" destId="{78AA0D6F-C5C9-4D79-AE6E-D607D1A123AC}" srcOrd="1" destOrd="0" presId="urn:microsoft.com/office/officeart/2005/8/layout/hList1"/>
    <dgm:cxn modelId="{7F8BECB2-CACE-42F2-AD8B-DAFFA2403824}" type="presParOf" srcId="{68D25A9E-CC26-4724-AC32-B26D6D338823}" destId="{55C062CA-19F9-4B38-9294-A8B85A4100F4}" srcOrd="2" destOrd="0" presId="urn:microsoft.com/office/officeart/2005/8/layout/hList1"/>
    <dgm:cxn modelId="{4F4B13F2-D677-4174-BAF7-50C24AA481CD}" type="presParOf" srcId="{55C062CA-19F9-4B38-9294-A8B85A4100F4}" destId="{9A89F1A0-37EA-4558-A71C-A4937820A1AD}" srcOrd="0" destOrd="0" presId="urn:microsoft.com/office/officeart/2005/8/layout/hList1"/>
    <dgm:cxn modelId="{4ED067CE-F033-43A6-B847-448926390898}" type="presParOf" srcId="{55C062CA-19F9-4B38-9294-A8B85A4100F4}" destId="{DCB601CA-EA1B-4863-93FB-5AA5CF06395C}" srcOrd="1" destOrd="0" presId="urn:microsoft.com/office/officeart/2005/8/layout/hList1"/>
    <dgm:cxn modelId="{A5C8DEFF-2769-4508-A207-132425F4DA0A}" type="presParOf" srcId="{68D25A9E-CC26-4724-AC32-B26D6D338823}" destId="{E127DB29-0F36-409F-BD79-B022EB574FCB}" srcOrd="3" destOrd="0" presId="urn:microsoft.com/office/officeart/2005/8/layout/hList1"/>
    <dgm:cxn modelId="{4E178D24-F032-4702-947A-19735E0E2DE1}" type="presParOf" srcId="{68D25A9E-CC26-4724-AC32-B26D6D338823}" destId="{A5ADFACC-50AA-4E65-B8FB-0AEA52996FEA}" srcOrd="4" destOrd="0" presId="urn:microsoft.com/office/officeart/2005/8/layout/hList1"/>
    <dgm:cxn modelId="{22C56A0A-51F9-444F-9B32-3D113EF8BA53}" type="presParOf" srcId="{A5ADFACC-50AA-4E65-B8FB-0AEA52996FEA}" destId="{1D3D9F5A-6297-40F7-A046-69FC6B4C8B93}" srcOrd="0" destOrd="0" presId="urn:microsoft.com/office/officeart/2005/8/layout/hList1"/>
    <dgm:cxn modelId="{9F8B9B13-7067-4084-BA11-79116EABFD57}" type="presParOf" srcId="{A5ADFACC-50AA-4E65-B8FB-0AEA52996FEA}" destId="{556E3A85-459A-4442-A476-8D6BF55B0B02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49E8868-B7A6-4200-851B-A14943411C87}" type="doc">
      <dgm:prSet loTypeId="urn:microsoft.com/office/officeart/2005/8/layout/hList1" loCatId="list" qsTypeId="urn:microsoft.com/office/officeart/2005/8/quickstyle/simple1#6" qsCatId="simple" csTypeId="urn:microsoft.com/office/officeart/2005/8/colors/accent1_2#6" csCatId="accent1" phldr="1"/>
      <dgm:spPr/>
      <dgm:t>
        <a:bodyPr/>
        <a:lstStyle/>
        <a:p>
          <a:endParaRPr lang="en-IN"/>
        </a:p>
      </dgm:t>
    </dgm:pt>
    <dgm:pt modelId="{26778AF5-C554-4DF3-987A-7292C6743025}">
      <dgm:prSet phldrT="[Text]" custT="1"/>
      <dgm:spPr>
        <a:ln>
          <a:solidFill>
            <a:schemeClr val="tx1"/>
          </a:solidFill>
        </a:ln>
      </dgm:spPr>
      <dgm:t>
        <a:bodyPr/>
        <a:lstStyle/>
        <a:p>
          <a:r>
            <a:rPr lang="en-IN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Sessions for authentication</a:t>
          </a:r>
        </a:p>
      </dgm:t>
    </dgm:pt>
    <dgm:pt modelId="{2BF4E439-CD03-45D5-936F-4EA6A3EE8D1B}" type="parTrans" cxnId="{B57274D1-2B6F-4EC3-ADD6-7DF3BAA6BD69}">
      <dgm:prSet/>
      <dgm:spPr/>
      <dgm:t>
        <a:bodyPr/>
        <a:lstStyle/>
        <a:p>
          <a:endParaRPr lang="en-IN"/>
        </a:p>
      </dgm:t>
    </dgm:pt>
    <dgm:pt modelId="{4162E7D4-30CD-4AC1-8853-64486B31F41B}" type="sibTrans" cxnId="{B57274D1-2B6F-4EC3-ADD6-7DF3BAA6BD69}">
      <dgm:prSet/>
      <dgm:spPr/>
      <dgm:t>
        <a:bodyPr/>
        <a:lstStyle/>
        <a:p>
          <a:endParaRPr lang="en-IN"/>
        </a:p>
      </dgm:t>
    </dgm:pt>
    <dgm:pt modelId="{8F3C13FD-CE15-4B1B-87FE-0C1BB6D4DFE0}">
      <dgm:prSet phldrT="[Text]" custT="1"/>
      <dgm:spPr>
        <a:ln>
          <a:solidFill>
            <a:schemeClr val="tx1">
              <a:alpha val="90000"/>
            </a:schemeClr>
          </a:solidFill>
        </a:ln>
      </dgm:spPr>
      <dgm:t>
        <a:bodyPr/>
        <a:lstStyle/>
        <a:p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Keeps</a:t>
          </a:r>
          <a:r>
            <a:rPr lang="en-US" sz="20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 the user Logged in across pages like Home, Book Room, My bookings.</a:t>
          </a:r>
          <a:endParaRPr lang="en-IN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D4380CF-E5DC-4390-9EEF-E38BD4D93DEC}" type="parTrans" cxnId="{51B7CB07-4E04-404B-89FD-A79983A0A10B}">
      <dgm:prSet/>
      <dgm:spPr/>
      <dgm:t>
        <a:bodyPr/>
        <a:lstStyle/>
        <a:p>
          <a:endParaRPr lang="en-IN"/>
        </a:p>
      </dgm:t>
    </dgm:pt>
    <dgm:pt modelId="{AA8C444F-2571-4ABC-84AE-CAE1C1C2164B}" type="sibTrans" cxnId="{51B7CB07-4E04-404B-89FD-A79983A0A10B}">
      <dgm:prSet/>
      <dgm:spPr/>
      <dgm:t>
        <a:bodyPr/>
        <a:lstStyle/>
        <a:p>
          <a:endParaRPr lang="en-IN"/>
        </a:p>
      </dgm:t>
    </dgm:pt>
    <dgm:pt modelId="{31E7D0C4-12D4-469E-B38C-26C6D68BEE70}">
      <dgm:prSet phldrT="[Text]" custT="1"/>
      <dgm:spPr>
        <a:ln>
          <a:solidFill>
            <a:schemeClr val="tx1"/>
          </a:solidFill>
        </a:ln>
      </dgm:spPr>
      <dgm:t>
        <a:bodyPr/>
        <a:lstStyle/>
        <a:p>
          <a:r>
            <a:rPr lang="en-IN" sz="2200" b="1" dirty="0">
              <a:solidFill>
                <a:schemeClr val="tx1"/>
              </a:solidFill>
            </a:rPr>
            <a:t>SQL queries for data retrieval &amp; booking logic</a:t>
          </a:r>
        </a:p>
      </dgm:t>
    </dgm:pt>
    <dgm:pt modelId="{AB28A767-19E5-41D2-94F9-68538FC9B908}" type="parTrans" cxnId="{F82F5262-45B0-4520-9B8C-7DC3F5A7CF01}">
      <dgm:prSet/>
      <dgm:spPr/>
      <dgm:t>
        <a:bodyPr/>
        <a:lstStyle/>
        <a:p>
          <a:endParaRPr lang="en-IN"/>
        </a:p>
      </dgm:t>
    </dgm:pt>
    <dgm:pt modelId="{4A9BD2E0-0803-436F-8221-C1D92355334F}" type="sibTrans" cxnId="{F82F5262-45B0-4520-9B8C-7DC3F5A7CF01}">
      <dgm:prSet/>
      <dgm:spPr/>
      <dgm:t>
        <a:bodyPr/>
        <a:lstStyle/>
        <a:p>
          <a:endParaRPr lang="en-IN"/>
        </a:p>
      </dgm:t>
    </dgm:pt>
    <dgm:pt modelId="{2E609035-BBE3-4CDB-ADA8-8133BEF83A9E}">
      <dgm:prSet phldrT="[Text]" custT="1"/>
      <dgm:spPr>
        <a:ln>
          <a:solidFill>
            <a:schemeClr val="tx1">
              <a:alpha val="90000"/>
            </a:schemeClr>
          </a:solidFill>
        </a:ln>
      </dgm:spPr>
      <dgm:t>
        <a:bodyPr/>
        <a:lstStyle/>
        <a:p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Fetches hotels based on selected city, room availability, and pricing.
Prevents double booking by checking room status before confirming.</a:t>
          </a:r>
          <a:endParaRPr lang="en-IN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848D316-3EC6-434D-802B-E3269E240D1A}" type="parTrans" cxnId="{4E2DD834-2D01-4604-90EB-492EC6F8CAE8}">
      <dgm:prSet/>
      <dgm:spPr/>
      <dgm:t>
        <a:bodyPr/>
        <a:lstStyle/>
        <a:p>
          <a:endParaRPr lang="en-IN"/>
        </a:p>
      </dgm:t>
    </dgm:pt>
    <dgm:pt modelId="{6A99EE2E-AC83-4D77-A39E-1C5960369F9A}" type="sibTrans" cxnId="{4E2DD834-2D01-4604-90EB-492EC6F8CAE8}">
      <dgm:prSet/>
      <dgm:spPr/>
      <dgm:t>
        <a:bodyPr/>
        <a:lstStyle/>
        <a:p>
          <a:endParaRPr lang="en-IN"/>
        </a:p>
      </dgm:t>
    </dgm:pt>
    <dgm:pt modelId="{B94023C6-AFFB-4E25-856E-A909736C5B3A}">
      <dgm:prSet phldrT="[Text]" custT="1"/>
      <dgm:spPr>
        <a:ln>
          <a:solidFill>
            <a:schemeClr val="tx1">
              <a:alpha val="90000"/>
            </a:schemeClr>
          </a:solidFill>
        </a:ln>
      </dgm:spPr>
      <dgm:t>
        <a:bodyPr/>
        <a:lstStyle/>
        <a:p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Ensures Personalized experience and secure access</a:t>
          </a:r>
          <a:endParaRPr lang="en-IN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CCD818C-C587-43B4-803B-B27439E57A14}" type="parTrans" cxnId="{D4B1B46A-142C-4072-A19B-46FC5F5224D7}">
      <dgm:prSet/>
      <dgm:spPr/>
      <dgm:t>
        <a:bodyPr/>
        <a:lstStyle/>
        <a:p>
          <a:endParaRPr lang="en-IN"/>
        </a:p>
      </dgm:t>
    </dgm:pt>
    <dgm:pt modelId="{FD6C77E3-EE30-4B4C-B08A-C58F74E9EBF2}" type="sibTrans" cxnId="{D4B1B46A-142C-4072-A19B-46FC5F5224D7}">
      <dgm:prSet/>
      <dgm:spPr/>
      <dgm:t>
        <a:bodyPr/>
        <a:lstStyle/>
        <a:p>
          <a:endParaRPr lang="en-IN"/>
        </a:p>
      </dgm:t>
    </dgm:pt>
    <dgm:pt modelId="{68D25A9E-CC26-4724-AC32-B26D6D338823}" type="pres">
      <dgm:prSet presAssocID="{C49E8868-B7A6-4200-851B-A14943411C87}" presName="Name0" presStyleCnt="0">
        <dgm:presLayoutVars>
          <dgm:dir/>
          <dgm:animLvl val="lvl"/>
          <dgm:resizeHandles val="exact"/>
        </dgm:presLayoutVars>
      </dgm:prSet>
      <dgm:spPr/>
    </dgm:pt>
    <dgm:pt modelId="{09180D21-165A-4078-B588-9F2381499951}" type="pres">
      <dgm:prSet presAssocID="{26778AF5-C554-4DF3-987A-7292C6743025}" presName="composite" presStyleCnt="0"/>
      <dgm:spPr/>
    </dgm:pt>
    <dgm:pt modelId="{F8E77CB3-CB1C-428A-B50E-3D6DEFF1D6B6}" type="pres">
      <dgm:prSet presAssocID="{26778AF5-C554-4DF3-987A-7292C6743025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B3FF68DC-3A17-4EFE-AF53-AA9B7B9EEBC9}" type="pres">
      <dgm:prSet presAssocID="{26778AF5-C554-4DF3-987A-7292C6743025}" presName="desTx" presStyleLbl="alignAccFollowNode1" presStyleIdx="0" presStyleCnt="2">
        <dgm:presLayoutVars>
          <dgm:bulletEnabled val="1"/>
        </dgm:presLayoutVars>
      </dgm:prSet>
      <dgm:spPr/>
    </dgm:pt>
    <dgm:pt modelId="{78AA0D6F-C5C9-4D79-AE6E-D607D1A123AC}" type="pres">
      <dgm:prSet presAssocID="{4162E7D4-30CD-4AC1-8853-64486B31F41B}" presName="space" presStyleCnt="0"/>
      <dgm:spPr/>
    </dgm:pt>
    <dgm:pt modelId="{55C062CA-19F9-4B38-9294-A8B85A4100F4}" type="pres">
      <dgm:prSet presAssocID="{31E7D0C4-12D4-469E-B38C-26C6D68BEE70}" presName="composite" presStyleCnt="0"/>
      <dgm:spPr/>
    </dgm:pt>
    <dgm:pt modelId="{9A89F1A0-37EA-4558-A71C-A4937820A1AD}" type="pres">
      <dgm:prSet presAssocID="{31E7D0C4-12D4-469E-B38C-26C6D68BEE70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DCB601CA-EA1B-4863-93FB-5AA5CF06395C}" type="pres">
      <dgm:prSet presAssocID="{31E7D0C4-12D4-469E-B38C-26C6D68BEE70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DE1BE503-1E0F-45C4-8DFB-DB21B9BDC228}" type="presOf" srcId="{26778AF5-C554-4DF3-987A-7292C6743025}" destId="{F8E77CB3-CB1C-428A-B50E-3D6DEFF1D6B6}" srcOrd="0" destOrd="0" presId="urn:microsoft.com/office/officeart/2005/8/layout/hList1"/>
    <dgm:cxn modelId="{51B7CB07-4E04-404B-89FD-A79983A0A10B}" srcId="{26778AF5-C554-4DF3-987A-7292C6743025}" destId="{8F3C13FD-CE15-4B1B-87FE-0C1BB6D4DFE0}" srcOrd="0" destOrd="0" parTransId="{9D4380CF-E5DC-4390-9EEF-E38BD4D93DEC}" sibTransId="{AA8C444F-2571-4ABC-84AE-CAE1C1C2164B}"/>
    <dgm:cxn modelId="{711C772A-1818-4FDF-BDC1-3572E0B8E08F}" type="presOf" srcId="{C49E8868-B7A6-4200-851B-A14943411C87}" destId="{68D25A9E-CC26-4724-AC32-B26D6D338823}" srcOrd="0" destOrd="0" presId="urn:microsoft.com/office/officeart/2005/8/layout/hList1"/>
    <dgm:cxn modelId="{4E2DD834-2D01-4604-90EB-492EC6F8CAE8}" srcId="{31E7D0C4-12D4-469E-B38C-26C6D68BEE70}" destId="{2E609035-BBE3-4CDB-ADA8-8133BEF83A9E}" srcOrd="0" destOrd="0" parTransId="{1848D316-3EC6-434D-802B-E3269E240D1A}" sibTransId="{6A99EE2E-AC83-4D77-A39E-1C5960369F9A}"/>
    <dgm:cxn modelId="{0176BB40-1C54-43E8-A11D-0DEAEB842985}" type="presOf" srcId="{8F3C13FD-CE15-4B1B-87FE-0C1BB6D4DFE0}" destId="{B3FF68DC-3A17-4EFE-AF53-AA9B7B9EEBC9}" srcOrd="0" destOrd="0" presId="urn:microsoft.com/office/officeart/2005/8/layout/hList1"/>
    <dgm:cxn modelId="{F82F5262-45B0-4520-9B8C-7DC3F5A7CF01}" srcId="{C49E8868-B7A6-4200-851B-A14943411C87}" destId="{31E7D0C4-12D4-469E-B38C-26C6D68BEE70}" srcOrd="1" destOrd="0" parTransId="{AB28A767-19E5-41D2-94F9-68538FC9B908}" sibTransId="{4A9BD2E0-0803-436F-8221-C1D92355334F}"/>
    <dgm:cxn modelId="{D4B1B46A-142C-4072-A19B-46FC5F5224D7}" srcId="{26778AF5-C554-4DF3-987A-7292C6743025}" destId="{B94023C6-AFFB-4E25-856E-A909736C5B3A}" srcOrd="1" destOrd="0" parTransId="{7CCD818C-C587-43B4-803B-B27439E57A14}" sibTransId="{FD6C77E3-EE30-4B4C-B08A-C58F74E9EBF2}"/>
    <dgm:cxn modelId="{4B182056-9D72-4F61-B25F-16978E2B275D}" type="presOf" srcId="{2E609035-BBE3-4CDB-ADA8-8133BEF83A9E}" destId="{DCB601CA-EA1B-4863-93FB-5AA5CF06395C}" srcOrd="0" destOrd="0" presId="urn:microsoft.com/office/officeart/2005/8/layout/hList1"/>
    <dgm:cxn modelId="{25441A92-6E8A-499F-9B79-6FE23D0FBDD1}" type="presOf" srcId="{31E7D0C4-12D4-469E-B38C-26C6D68BEE70}" destId="{9A89F1A0-37EA-4558-A71C-A4937820A1AD}" srcOrd="0" destOrd="0" presId="urn:microsoft.com/office/officeart/2005/8/layout/hList1"/>
    <dgm:cxn modelId="{B57274D1-2B6F-4EC3-ADD6-7DF3BAA6BD69}" srcId="{C49E8868-B7A6-4200-851B-A14943411C87}" destId="{26778AF5-C554-4DF3-987A-7292C6743025}" srcOrd="0" destOrd="0" parTransId="{2BF4E439-CD03-45D5-936F-4EA6A3EE8D1B}" sibTransId="{4162E7D4-30CD-4AC1-8853-64486B31F41B}"/>
    <dgm:cxn modelId="{66EFEEEF-3312-42D6-B238-B7E926778538}" type="presOf" srcId="{B94023C6-AFFB-4E25-856E-A909736C5B3A}" destId="{B3FF68DC-3A17-4EFE-AF53-AA9B7B9EEBC9}" srcOrd="0" destOrd="1" presId="urn:microsoft.com/office/officeart/2005/8/layout/hList1"/>
    <dgm:cxn modelId="{0025FA7B-9A92-48FE-B3E2-F33DB1F4E24F}" type="presParOf" srcId="{68D25A9E-CC26-4724-AC32-B26D6D338823}" destId="{09180D21-165A-4078-B588-9F2381499951}" srcOrd="0" destOrd="0" presId="urn:microsoft.com/office/officeart/2005/8/layout/hList1"/>
    <dgm:cxn modelId="{A233EA14-E9CC-4450-B71E-442968C2EC2D}" type="presParOf" srcId="{09180D21-165A-4078-B588-9F2381499951}" destId="{F8E77CB3-CB1C-428A-B50E-3D6DEFF1D6B6}" srcOrd="0" destOrd="0" presId="urn:microsoft.com/office/officeart/2005/8/layout/hList1"/>
    <dgm:cxn modelId="{9DA5CA35-C23F-4F6F-B432-055B6AD0B9EF}" type="presParOf" srcId="{09180D21-165A-4078-B588-9F2381499951}" destId="{B3FF68DC-3A17-4EFE-AF53-AA9B7B9EEBC9}" srcOrd="1" destOrd="0" presId="urn:microsoft.com/office/officeart/2005/8/layout/hList1"/>
    <dgm:cxn modelId="{7015316B-3EB9-47FA-A746-ABFDD352213A}" type="presParOf" srcId="{68D25A9E-CC26-4724-AC32-B26D6D338823}" destId="{78AA0D6F-C5C9-4D79-AE6E-D607D1A123AC}" srcOrd="1" destOrd="0" presId="urn:microsoft.com/office/officeart/2005/8/layout/hList1"/>
    <dgm:cxn modelId="{7F8BECB2-CACE-42F2-AD8B-DAFFA2403824}" type="presParOf" srcId="{68D25A9E-CC26-4724-AC32-B26D6D338823}" destId="{55C062CA-19F9-4B38-9294-A8B85A4100F4}" srcOrd="2" destOrd="0" presId="urn:microsoft.com/office/officeart/2005/8/layout/hList1"/>
    <dgm:cxn modelId="{4F4B13F2-D677-4174-BAF7-50C24AA481CD}" type="presParOf" srcId="{55C062CA-19F9-4B38-9294-A8B85A4100F4}" destId="{9A89F1A0-37EA-4558-A71C-A4937820A1AD}" srcOrd="0" destOrd="0" presId="urn:microsoft.com/office/officeart/2005/8/layout/hList1"/>
    <dgm:cxn modelId="{4ED067CE-F033-43A6-B847-448926390898}" type="presParOf" srcId="{55C062CA-19F9-4B38-9294-A8B85A4100F4}" destId="{DCB601CA-EA1B-4863-93FB-5AA5CF06395C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EA423ACD-74DC-407E-9C73-5D63C481EA4B}" type="doc">
      <dgm:prSet loTypeId="urn:microsoft.com/office/officeart/2005/8/layout/lProcess3" loCatId="process" qsTypeId="urn:microsoft.com/office/officeart/2005/8/quickstyle/simple1#7" qsCatId="simple" csTypeId="urn:microsoft.com/office/officeart/2005/8/colors/accent1_2#7" csCatId="accent1" phldr="1"/>
      <dgm:spPr/>
      <dgm:t>
        <a:bodyPr/>
        <a:lstStyle/>
        <a:p>
          <a:endParaRPr lang="en-IN"/>
        </a:p>
      </dgm:t>
    </dgm:pt>
    <dgm:pt modelId="{17D9AB7A-36F2-42AE-9221-43F681A77C09}">
      <dgm:prSet phldrT="[Text]" custT="1"/>
      <dgm:spPr>
        <a:ln>
          <a:solidFill>
            <a:schemeClr val="tx1"/>
          </a:solidFill>
        </a:ln>
      </dgm:spPr>
      <dgm:t>
        <a:bodyPr/>
        <a:lstStyle/>
        <a:p>
          <a:r>
            <a:rPr lang="en-US" sz="3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Frontend</a:t>
          </a:r>
          <a:endParaRPr lang="en-IN" sz="3600" b="1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76B9DFB-29CC-4C37-B7D2-C6D8D6077B7C}" type="parTrans" cxnId="{EBD925CF-6416-4C35-8E3F-106FB2D82D7B}">
      <dgm:prSet/>
      <dgm:spPr/>
      <dgm:t>
        <a:bodyPr/>
        <a:lstStyle/>
        <a:p>
          <a:endParaRPr lang="en-IN"/>
        </a:p>
      </dgm:t>
    </dgm:pt>
    <dgm:pt modelId="{4893C57D-5065-4B73-A862-6B2D78710F28}" type="sibTrans" cxnId="{EBD925CF-6416-4C35-8E3F-106FB2D82D7B}">
      <dgm:prSet/>
      <dgm:spPr/>
      <dgm:t>
        <a:bodyPr/>
        <a:lstStyle/>
        <a:p>
          <a:endParaRPr lang="en-IN"/>
        </a:p>
      </dgm:t>
    </dgm:pt>
    <dgm:pt modelId="{6406CC76-F3DA-41A7-95AC-CC6B05C110E4}">
      <dgm:prSet phldrT="[Text]"/>
      <dgm:spPr>
        <a:ln>
          <a:solidFill>
            <a:schemeClr val="tx1">
              <a:alpha val="90000"/>
            </a:schemeClr>
          </a:solidFill>
        </a:ln>
      </dgm:spPr>
      <dgm:t>
        <a:bodyPr/>
        <a:lstStyle/>
        <a:p>
          <a:r>
            <a:rPr lang="en-US" dirty="0"/>
            <a:t>HTML5, CSS3, Bootstrap5</a:t>
          </a:r>
          <a:endParaRPr lang="en-IN" dirty="0"/>
        </a:p>
      </dgm:t>
    </dgm:pt>
    <dgm:pt modelId="{7F558FE6-E82B-4809-BEA0-611A6A65A427}" type="parTrans" cxnId="{DB38EC76-67E3-4D54-B8ED-155FE860127F}">
      <dgm:prSet/>
      <dgm:spPr/>
      <dgm:t>
        <a:bodyPr/>
        <a:lstStyle/>
        <a:p>
          <a:endParaRPr lang="en-IN"/>
        </a:p>
      </dgm:t>
    </dgm:pt>
    <dgm:pt modelId="{80AD35F1-4762-414F-8C8A-EE6F21ABF512}" type="sibTrans" cxnId="{DB38EC76-67E3-4D54-B8ED-155FE860127F}">
      <dgm:prSet/>
      <dgm:spPr/>
      <dgm:t>
        <a:bodyPr/>
        <a:lstStyle/>
        <a:p>
          <a:endParaRPr lang="en-IN"/>
        </a:p>
      </dgm:t>
    </dgm:pt>
    <dgm:pt modelId="{6BCB7500-0704-49CA-A419-9ADBF6DAFF5C}">
      <dgm:prSet phldrT="[Text]"/>
      <dgm:spPr>
        <a:ln>
          <a:solidFill>
            <a:schemeClr val="tx1">
              <a:alpha val="90000"/>
            </a:schemeClr>
          </a:solidFill>
        </a:ln>
      </dgm:spPr>
      <dgm:t>
        <a:bodyPr/>
        <a:lstStyle/>
        <a:p>
          <a:r>
            <a:rPr lang="en-US" dirty="0"/>
            <a:t>Responsive Card Layouts for hotels &amp; rooms</a:t>
          </a:r>
          <a:endParaRPr lang="en-IN" dirty="0"/>
        </a:p>
      </dgm:t>
    </dgm:pt>
    <dgm:pt modelId="{6A59E9F2-5D3D-49FD-99A6-0446F0ADA317}" type="parTrans" cxnId="{91B8AAED-1FBE-4954-A0B1-93D54C1A2F95}">
      <dgm:prSet/>
      <dgm:spPr/>
      <dgm:t>
        <a:bodyPr/>
        <a:lstStyle/>
        <a:p>
          <a:endParaRPr lang="en-IN"/>
        </a:p>
      </dgm:t>
    </dgm:pt>
    <dgm:pt modelId="{D5C9798E-C299-4E64-92A9-A27141CFC3D8}" type="sibTrans" cxnId="{91B8AAED-1FBE-4954-A0B1-93D54C1A2F95}">
      <dgm:prSet/>
      <dgm:spPr/>
      <dgm:t>
        <a:bodyPr/>
        <a:lstStyle/>
        <a:p>
          <a:endParaRPr lang="en-IN"/>
        </a:p>
      </dgm:t>
    </dgm:pt>
    <dgm:pt modelId="{AFB7512E-6062-436E-94CA-92ED5F0FB503}">
      <dgm:prSet phldrT="[Text]" custT="1"/>
      <dgm:spPr>
        <a:ln>
          <a:solidFill>
            <a:schemeClr val="tx1"/>
          </a:solidFill>
        </a:ln>
      </dgm:spPr>
      <dgm:t>
        <a:bodyPr/>
        <a:lstStyle/>
        <a:p>
          <a:r>
            <a:rPr lang="en-US" sz="3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Backend</a:t>
          </a:r>
          <a:endParaRPr lang="en-IN" sz="3600" b="1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D0040F7-5721-48ED-818B-E116C8E51228}" type="parTrans" cxnId="{C06EB777-53F1-4422-8B06-7C44E47B55D8}">
      <dgm:prSet/>
      <dgm:spPr/>
      <dgm:t>
        <a:bodyPr/>
        <a:lstStyle/>
        <a:p>
          <a:endParaRPr lang="en-IN"/>
        </a:p>
      </dgm:t>
    </dgm:pt>
    <dgm:pt modelId="{D2F349E8-2401-4F40-9D25-990631486FCC}" type="sibTrans" cxnId="{C06EB777-53F1-4422-8B06-7C44E47B55D8}">
      <dgm:prSet/>
      <dgm:spPr/>
      <dgm:t>
        <a:bodyPr/>
        <a:lstStyle/>
        <a:p>
          <a:endParaRPr lang="en-IN"/>
        </a:p>
      </dgm:t>
    </dgm:pt>
    <dgm:pt modelId="{7565596E-D927-449D-BC09-EA6BC3C4F599}">
      <dgm:prSet phldrT="[Text]"/>
      <dgm:spPr>
        <a:ln>
          <a:solidFill>
            <a:schemeClr val="tx1">
              <a:alpha val="90000"/>
            </a:schemeClr>
          </a:solidFill>
        </a:ln>
      </dgm:spPr>
      <dgm:t>
        <a:bodyPr/>
        <a:lstStyle/>
        <a:p>
          <a:r>
            <a:rPr lang="en-US" dirty="0"/>
            <a:t>Core PHP for Business Logic, MYSQL</a:t>
          </a:r>
          <a:endParaRPr lang="en-IN" dirty="0"/>
        </a:p>
      </dgm:t>
    </dgm:pt>
    <dgm:pt modelId="{831635AE-6F84-4B1D-AA90-EC04428B411B}" type="parTrans" cxnId="{99D2338F-9702-4BC4-B682-049874A16527}">
      <dgm:prSet/>
      <dgm:spPr/>
      <dgm:t>
        <a:bodyPr/>
        <a:lstStyle/>
        <a:p>
          <a:endParaRPr lang="en-IN"/>
        </a:p>
      </dgm:t>
    </dgm:pt>
    <dgm:pt modelId="{DDB9CA53-5A2E-4B1A-9A99-2AD772BD0CAF}" type="sibTrans" cxnId="{99D2338F-9702-4BC4-B682-049874A16527}">
      <dgm:prSet/>
      <dgm:spPr/>
      <dgm:t>
        <a:bodyPr/>
        <a:lstStyle/>
        <a:p>
          <a:endParaRPr lang="en-IN"/>
        </a:p>
      </dgm:t>
    </dgm:pt>
    <dgm:pt modelId="{8B49846E-91DE-4287-8BEC-F9F7C2A0277D}">
      <dgm:prSet phldrT="[Text]"/>
      <dgm:spPr>
        <a:ln>
          <a:solidFill>
            <a:schemeClr val="tx1">
              <a:alpha val="90000"/>
            </a:schemeClr>
          </a:solidFill>
        </a:ln>
      </dgm:spPr>
      <dgm:t>
        <a:bodyPr/>
        <a:lstStyle/>
        <a:p>
          <a:r>
            <a:rPr lang="en-US" dirty="0"/>
            <a:t>SQL JOIN Queries for room hotel mapping </a:t>
          </a:r>
          <a:endParaRPr lang="en-IN" dirty="0"/>
        </a:p>
      </dgm:t>
    </dgm:pt>
    <dgm:pt modelId="{0BCB9D7F-D2AC-46D8-ACD0-A0BFD52AB2C9}" type="parTrans" cxnId="{119ECE1F-920F-47FB-8C14-A99BC35C939D}">
      <dgm:prSet/>
      <dgm:spPr/>
      <dgm:t>
        <a:bodyPr/>
        <a:lstStyle/>
        <a:p>
          <a:endParaRPr lang="en-IN"/>
        </a:p>
      </dgm:t>
    </dgm:pt>
    <dgm:pt modelId="{6C906C52-A048-4EC8-9D40-7A49C11111AB}" type="sibTrans" cxnId="{119ECE1F-920F-47FB-8C14-A99BC35C939D}">
      <dgm:prSet/>
      <dgm:spPr/>
      <dgm:t>
        <a:bodyPr/>
        <a:lstStyle/>
        <a:p>
          <a:endParaRPr lang="en-IN"/>
        </a:p>
      </dgm:t>
    </dgm:pt>
    <dgm:pt modelId="{44B885E7-85C4-48B2-8517-EB13C1E5F18E}">
      <dgm:prSet phldrT="[Text]" custT="1"/>
      <dgm:spPr>
        <a:ln>
          <a:solidFill>
            <a:schemeClr val="tx1"/>
          </a:solidFill>
        </a:ln>
      </dgm:spPr>
      <dgm:t>
        <a:bodyPr/>
        <a:lstStyle/>
        <a:p>
          <a:r>
            <a:rPr lang="en-US" sz="3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Server</a:t>
          </a:r>
          <a:endParaRPr lang="en-IN" sz="3600" b="1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BB81F10-D679-4079-A07F-01D4B3259F99}" type="parTrans" cxnId="{17D96E6E-A854-4CDB-A3D8-5BF109D7DE4C}">
      <dgm:prSet/>
      <dgm:spPr/>
      <dgm:t>
        <a:bodyPr/>
        <a:lstStyle/>
        <a:p>
          <a:endParaRPr lang="en-IN"/>
        </a:p>
      </dgm:t>
    </dgm:pt>
    <dgm:pt modelId="{00FF4D82-79A0-4CFC-B624-7FE450EB5017}" type="sibTrans" cxnId="{17D96E6E-A854-4CDB-A3D8-5BF109D7DE4C}">
      <dgm:prSet/>
      <dgm:spPr/>
      <dgm:t>
        <a:bodyPr/>
        <a:lstStyle/>
        <a:p>
          <a:endParaRPr lang="en-IN"/>
        </a:p>
      </dgm:t>
    </dgm:pt>
    <dgm:pt modelId="{44117ED2-0AC4-48C4-B90F-8D4FFD018533}">
      <dgm:prSet phldrT="[Text]"/>
      <dgm:spPr>
        <a:ln>
          <a:solidFill>
            <a:schemeClr val="tx1">
              <a:alpha val="90000"/>
            </a:schemeClr>
          </a:solidFill>
        </a:ln>
      </dgm:spPr>
      <dgm:t>
        <a:bodyPr/>
        <a:lstStyle/>
        <a:p>
          <a:r>
            <a:rPr lang="en-US" dirty="0"/>
            <a:t>XAMPP (Apache + MYSQL)</a:t>
          </a:r>
          <a:endParaRPr lang="en-IN" dirty="0"/>
        </a:p>
      </dgm:t>
    </dgm:pt>
    <dgm:pt modelId="{642F9EA5-241E-4D7F-8CAB-F3A50F6B3211}" type="parTrans" cxnId="{8A7DB3F4-E086-4C70-B589-2C77EFE5BBC6}">
      <dgm:prSet/>
      <dgm:spPr/>
      <dgm:t>
        <a:bodyPr/>
        <a:lstStyle/>
        <a:p>
          <a:endParaRPr lang="en-IN"/>
        </a:p>
      </dgm:t>
    </dgm:pt>
    <dgm:pt modelId="{D0ABA19E-F962-4CCD-92CD-0ACB86C4C0D9}" type="sibTrans" cxnId="{8A7DB3F4-E086-4C70-B589-2C77EFE5BBC6}">
      <dgm:prSet/>
      <dgm:spPr/>
      <dgm:t>
        <a:bodyPr/>
        <a:lstStyle/>
        <a:p>
          <a:endParaRPr lang="en-IN"/>
        </a:p>
      </dgm:t>
    </dgm:pt>
    <dgm:pt modelId="{6B6A14BE-2B32-400B-A1F7-0615C199B0C6}">
      <dgm:prSet phldrT="[Text]"/>
      <dgm:spPr>
        <a:ln>
          <a:solidFill>
            <a:schemeClr val="tx1">
              <a:alpha val="90000"/>
            </a:schemeClr>
          </a:solidFill>
        </a:ln>
      </dgm:spPr>
      <dgm:t>
        <a:bodyPr/>
        <a:lstStyle/>
        <a:p>
          <a:r>
            <a:rPr lang="en-US" dirty="0"/>
            <a:t>Browser</a:t>
          </a:r>
          <a:r>
            <a:rPr lang="en-US" baseline="0" dirty="0"/>
            <a:t> based UI testing</a:t>
          </a:r>
          <a:endParaRPr lang="en-IN" dirty="0"/>
        </a:p>
      </dgm:t>
    </dgm:pt>
    <dgm:pt modelId="{24679181-507A-4618-95EB-9FC4B576C75E}" type="parTrans" cxnId="{0C1197B9-642A-4271-B203-E49512AC7F8F}">
      <dgm:prSet/>
      <dgm:spPr/>
      <dgm:t>
        <a:bodyPr/>
        <a:lstStyle/>
        <a:p>
          <a:endParaRPr lang="en-IN"/>
        </a:p>
      </dgm:t>
    </dgm:pt>
    <dgm:pt modelId="{7E8379C5-B89C-42B4-9F9C-932CE0175ABF}" type="sibTrans" cxnId="{0C1197B9-642A-4271-B203-E49512AC7F8F}">
      <dgm:prSet/>
      <dgm:spPr/>
      <dgm:t>
        <a:bodyPr/>
        <a:lstStyle/>
        <a:p>
          <a:endParaRPr lang="en-IN"/>
        </a:p>
      </dgm:t>
    </dgm:pt>
    <dgm:pt modelId="{D4A6AA3B-E304-4286-997E-5C0413B25562}" type="pres">
      <dgm:prSet presAssocID="{EA423ACD-74DC-407E-9C73-5D63C481EA4B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66F0AFBE-5AC6-4AE5-B0BD-613971A565CE}" type="pres">
      <dgm:prSet presAssocID="{17D9AB7A-36F2-42AE-9221-43F681A77C09}" presName="horFlow" presStyleCnt="0"/>
      <dgm:spPr/>
    </dgm:pt>
    <dgm:pt modelId="{2611A448-E269-4544-ADAD-A2C1A13CF978}" type="pres">
      <dgm:prSet presAssocID="{17D9AB7A-36F2-42AE-9221-43F681A77C09}" presName="bigChev" presStyleLbl="node1" presStyleIdx="0" presStyleCnt="3" custScaleY="84837"/>
      <dgm:spPr/>
    </dgm:pt>
    <dgm:pt modelId="{3195EE73-D11D-419D-8CEE-CD6F4BB7A4DD}" type="pres">
      <dgm:prSet presAssocID="{7F558FE6-E82B-4809-BEA0-611A6A65A427}" presName="parTrans" presStyleCnt="0"/>
      <dgm:spPr/>
    </dgm:pt>
    <dgm:pt modelId="{630B763E-77E8-4B55-9E45-D5536DCA88E7}" type="pres">
      <dgm:prSet presAssocID="{6406CC76-F3DA-41A7-95AC-CC6B05C110E4}" presName="node" presStyleLbl="alignAccFollowNode1" presStyleIdx="0" presStyleCnt="6">
        <dgm:presLayoutVars>
          <dgm:bulletEnabled val="1"/>
        </dgm:presLayoutVars>
      </dgm:prSet>
      <dgm:spPr/>
    </dgm:pt>
    <dgm:pt modelId="{6F372A4F-14A8-4F45-8920-189E4721CF10}" type="pres">
      <dgm:prSet presAssocID="{80AD35F1-4762-414F-8C8A-EE6F21ABF512}" presName="sibTrans" presStyleCnt="0"/>
      <dgm:spPr/>
    </dgm:pt>
    <dgm:pt modelId="{6B6B5086-DE6B-4D32-A070-6AFFCF89D3BC}" type="pres">
      <dgm:prSet presAssocID="{6BCB7500-0704-49CA-A419-9ADBF6DAFF5C}" presName="node" presStyleLbl="alignAccFollowNode1" presStyleIdx="1" presStyleCnt="6">
        <dgm:presLayoutVars>
          <dgm:bulletEnabled val="1"/>
        </dgm:presLayoutVars>
      </dgm:prSet>
      <dgm:spPr/>
    </dgm:pt>
    <dgm:pt modelId="{0FAAEBF0-99C4-4116-95CB-DFF45AE30489}" type="pres">
      <dgm:prSet presAssocID="{17D9AB7A-36F2-42AE-9221-43F681A77C09}" presName="vSp" presStyleCnt="0"/>
      <dgm:spPr/>
    </dgm:pt>
    <dgm:pt modelId="{3AD0AA97-FD2F-44D0-89F6-6BF2F571A2D4}" type="pres">
      <dgm:prSet presAssocID="{AFB7512E-6062-436E-94CA-92ED5F0FB503}" presName="horFlow" presStyleCnt="0"/>
      <dgm:spPr/>
    </dgm:pt>
    <dgm:pt modelId="{CF235C3A-07E8-45A8-A623-EC3C415EE0E0}" type="pres">
      <dgm:prSet presAssocID="{AFB7512E-6062-436E-94CA-92ED5F0FB503}" presName="bigChev" presStyleLbl="node1" presStyleIdx="1" presStyleCnt="3" custScaleY="85229"/>
      <dgm:spPr/>
    </dgm:pt>
    <dgm:pt modelId="{1581E1FC-4120-4BE1-83DC-1440ACF26E9D}" type="pres">
      <dgm:prSet presAssocID="{831635AE-6F84-4B1D-AA90-EC04428B411B}" presName="parTrans" presStyleCnt="0"/>
      <dgm:spPr/>
    </dgm:pt>
    <dgm:pt modelId="{BCFF058A-4AC4-4971-A271-D3A16EEE2530}" type="pres">
      <dgm:prSet presAssocID="{7565596E-D927-449D-BC09-EA6BC3C4F599}" presName="node" presStyleLbl="alignAccFollowNode1" presStyleIdx="2" presStyleCnt="6">
        <dgm:presLayoutVars>
          <dgm:bulletEnabled val="1"/>
        </dgm:presLayoutVars>
      </dgm:prSet>
      <dgm:spPr/>
    </dgm:pt>
    <dgm:pt modelId="{59F08669-4DE1-4662-9457-4BAD5D142E86}" type="pres">
      <dgm:prSet presAssocID="{DDB9CA53-5A2E-4B1A-9A99-2AD772BD0CAF}" presName="sibTrans" presStyleCnt="0"/>
      <dgm:spPr/>
    </dgm:pt>
    <dgm:pt modelId="{4B25C6A5-0257-405C-8885-EFA1489A9B9F}" type="pres">
      <dgm:prSet presAssocID="{8B49846E-91DE-4287-8BEC-F9F7C2A0277D}" presName="node" presStyleLbl="alignAccFollowNode1" presStyleIdx="3" presStyleCnt="6">
        <dgm:presLayoutVars>
          <dgm:bulletEnabled val="1"/>
        </dgm:presLayoutVars>
      </dgm:prSet>
      <dgm:spPr/>
    </dgm:pt>
    <dgm:pt modelId="{A3AC92C8-0106-4D00-8C17-758CC27B7EB4}" type="pres">
      <dgm:prSet presAssocID="{AFB7512E-6062-436E-94CA-92ED5F0FB503}" presName="vSp" presStyleCnt="0"/>
      <dgm:spPr/>
    </dgm:pt>
    <dgm:pt modelId="{4E87BA4A-55F6-4F36-A832-7A712DCE5409}" type="pres">
      <dgm:prSet presAssocID="{44B885E7-85C4-48B2-8517-EB13C1E5F18E}" presName="horFlow" presStyleCnt="0"/>
      <dgm:spPr/>
    </dgm:pt>
    <dgm:pt modelId="{A1AC4DEE-2AFC-4E12-A178-B00B8CD41EE0}" type="pres">
      <dgm:prSet presAssocID="{44B885E7-85C4-48B2-8517-EB13C1E5F18E}" presName="bigChev" presStyleLbl="node1" presStyleIdx="2" presStyleCnt="3" custScaleY="87667"/>
      <dgm:spPr/>
    </dgm:pt>
    <dgm:pt modelId="{D48F9068-DA2C-47A9-899B-23EF9BFEAF0C}" type="pres">
      <dgm:prSet presAssocID="{642F9EA5-241E-4D7F-8CAB-F3A50F6B3211}" presName="parTrans" presStyleCnt="0"/>
      <dgm:spPr/>
    </dgm:pt>
    <dgm:pt modelId="{1E1A12A9-A818-4807-8F10-165FFC766CA4}" type="pres">
      <dgm:prSet presAssocID="{44117ED2-0AC4-48C4-B90F-8D4FFD018533}" presName="node" presStyleLbl="alignAccFollowNode1" presStyleIdx="4" presStyleCnt="6">
        <dgm:presLayoutVars>
          <dgm:bulletEnabled val="1"/>
        </dgm:presLayoutVars>
      </dgm:prSet>
      <dgm:spPr/>
    </dgm:pt>
    <dgm:pt modelId="{C21E43D3-1C38-4F1B-AD93-814D6879B601}" type="pres">
      <dgm:prSet presAssocID="{D0ABA19E-F962-4CCD-92CD-0ACB86C4C0D9}" presName="sibTrans" presStyleCnt="0"/>
      <dgm:spPr/>
    </dgm:pt>
    <dgm:pt modelId="{7FBB2916-80DC-41A5-BC45-DB7629952C0F}" type="pres">
      <dgm:prSet presAssocID="{6B6A14BE-2B32-400B-A1F7-0615C199B0C6}" presName="node" presStyleLbl="alignAccFollowNode1" presStyleIdx="5" presStyleCnt="6">
        <dgm:presLayoutVars>
          <dgm:bulletEnabled val="1"/>
        </dgm:presLayoutVars>
      </dgm:prSet>
      <dgm:spPr/>
    </dgm:pt>
  </dgm:ptLst>
  <dgm:cxnLst>
    <dgm:cxn modelId="{B28D8205-ED57-4ED0-8733-4F5897FEF404}" type="presOf" srcId="{6B6A14BE-2B32-400B-A1F7-0615C199B0C6}" destId="{7FBB2916-80DC-41A5-BC45-DB7629952C0F}" srcOrd="0" destOrd="0" presId="urn:microsoft.com/office/officeart/2005/8/layout/lProcess3"/>
    <dgm:cxn modelId="{D3285A07-48A2-4CA6-A533-2BE9D202896F}" type="presOf" srcId="{8B49846E-91DE-4287-8BEC-F9F7C2A0277D}" destId="{4B25C6A5-0257-405C-8885-EFA1489A9B9F}" srcOrd="0" destOrd="0" presId="urn:microsoft.com/office/officeart/2005/8/layout/lProcess3"/>
    <dgm:cxn modelId="{98638009-582E-4196-B89D-6363DAC98E97}" type="presOf" srcId="{17D9AB7A-36F2-42AE-9221-43F681A77C09}" destId="{2611A448-E269-4544-ADAD-A2C1A13CF978}" srcOrd="0" destOrd="0" presId="urn:microsoft.com/office/officeart/2005/8/layout/lProcess3"/>
    <dgm:cxn modelId="{E8B8BB11-4430-4E31-9246-A966682CCD77}" type="presOf" srcId="{6406CC76-F3DA-41A7-95AC-CC6B05C110E4}" destId="{630B763E-77E8-4B55-9E45-D5536DCA88E7}" srcOrd="0" destOrd="0" presId="urn:microsoft.com/office/officeart/2005/8/layout/lProcess3"/>
    <dgm:cxn modelId="{EC273319-32F4-4155-9D0A-589F5F7467A3}" type="presOf" srcId="{EA423ACD-74DC-407E-9C73-5D63C481EA4B}" destId="{D4A6AA3B-E304-4286-997E-5C0413B25562}" srcOrd="0" destOrd="0" presId="urn:microsoft.com/office/officeart/2005/8/layout/lProcess3"/>
    <dgm:cxn modelId="{6A8AF31D-3226-48B3-B8AE-556FDC2D5653}" type="presOf" srcId="{7565596E-D927-449D-BC09-EA6BC3C4F599}" destId="{BCFF058A-4AC4-4971-A271-D3A16EEE2530}" srcOrd="0" destOrd="0" presId="urn:microsoft.com/office/officeart/2005/8/layout/lProcess3"/>
    <dgm:cxn modelId="{6721451F-8513-4975-BAB5-D0BE8290007D}" type="presOf" srcId="{44B885E7-85C4-48B2-8517-EB13C1E5F18E}" destId="{A1AC4DEE-2AFC-4E12-A178-B00B8CD41EE0}" srcOrd="0" destOrd="0" presId="urn:microsoft.com/office/officeart/2005/8/layout/lProcess3"/>
    <dgm:cxn modelId="{119ECE1F-920F-47FB-8C14-A99BC35C939D}" srcId="{AFB7512E-6062-436E-94CA-92ED5F0FB503}" destId="{8B49846E-91DE-4287-8BEC-F9F7C2A0277D}" srcOrd="1" destOrd="0" parTransId="{0BCB9D7F-D2AC-46D8-ACD0-A0BFD52AB2C9}" sibTransId="{6C906C52-A048-4EC8-9D40-7A49C11111AB}"/>
    <dgm:cxn modelId="{0FB5F734-527D-4D56-AD09-2FD9FB231138}" type="presOf" srcId="{AFB7512E-6062-436E-94CA-92ED5F0FB503}" destId="{CF235C3A-07E8-45A8-A623-EC3C415EE0E0}" srcOrd="0" destOrd="0" presId="urn:microsoft.com/office/officeart/2005/8/layout/lProcess3"/>
    <dgm:cxn modelId="{F0806346-BF91-4BF3-9FE4-6F4B50538A55}" type="presOf" srcId="{6BCB7500-0704-49CA-A419-9ADBF6DAFF5C}" destId="{6B6B5086-DE6B-4D32-A070-6AFFCF89D3BC}" srcOrd="0" destOrd="0" presId="urn:microsoft.com/office/officeart/2005/8/layout/lProcess3"/>
    <dgm:cxn modelId="{59BBBE49-27E9-4FA7-B805-6A848D13D001}" type="presOf" srcId="{44117ED2-0AC4-48C4-B90F-8D4FFD018533}" destId="{1E1A12A9-A818-4807-8F10-165FFC766CA4}" srcOrd="0" destOrd="0" presId="urn:microsoft.com/office/officeart/2005/8/layout/lProcess3"/>
    <dgm:cxn modelId="{17D96E6E-A854-4CDB-A3D8-5BF109D7DE4C}" srcId="{EA423ACD-74DC-407E-9C73-5D63C481EA4B}" destId="{44B885E7-85C4-48B2-8517-EB13C1E5F18E}" srcOrd="2" destOrd="0" parTransId="{DBB81F10-D679-4079-A07F-01D4B3259F99}" sibTransId="{00FF4D82-79A0-4CFC-B624-7FE450EB5017}"/>
    <dgm:cxn modelId="{DB38EC76-67E3-4D54-B8ED-155FE860127F}" srcId="{17D9AB7A-36F2-42AE-9221-43F681A77C09}" destId="{6406CC76-F3DA-41A7-95AC-CC6B05C110E4}" srcOrd="0" destOrd="0" parTransId="{7F558FE6-E82B-4809-BEA0-611A6A65A427}" sibTransId="{80AD35F1-4762-414F-8C8A-EE6F21ABF512}"/>
    <dgm:cxn modelId="{C06EB777-53F1-4422-8B06-7C44E47B55D8}" srcId="{EA423ACD-74DC-407E-9C73-5D63C481EA4B}" destId="{AFB7512E-6062-436E-94CA-92ED5F0FB503}" srcOrd="1" destOrd="0" parTransId="{5D0040F7-5721-48ED-818B-E116C8E51228}" sibTransId="{D2F349E8-2401-4F40-9D25-990631486FCC}"/>
    <dgm:cxn modelId="{99D2338F-9702-4BC4-B682-049874A16527}" srcId="{AFB7512E-6062-436E-94CA-92ED5F0FB503}" destId="{7565596E-D927-449D-BC09-EA6BC3C4F599}" srcOrd="0" destOrd="0" parTransId="{831635AE-6F84-4B1D-AA90-EC04428B411B}" sibTransId="{DDB9CA53-5A2E-4B1A-9A99-2AD772BD0CAF}"/>
    <dgm:cxn modelId="{0C1197B9-642A-4271-B203-E49512AC7F8F}" srcId="{44B885E7-85C4-48B2-8517-EB13C1E5F18E}" destId="{6B6A14BE-2B32-400B-A1F7-0615C199B0C6}" srcOrd="1" destOrd="0" parTransId="{24679181-507A-4618-95EB-9FC4B576C75E}" sibTransId="{7E8379C5-B89C-42B4-9F9C-932CE0175ABF}"/>
    <dgm:cxn modelId="{EBD925CF-6416-4C35-8E3F-106FB2D82D7B}" srcId="{EA423ACD-74DC-407E-9C73-5D63C481EA4B}" destId="{17D9AB7A-36F2-42AE-9221-43F681A77C09}" srcOrd="0" destOrd="0" parTransId="{E76B9DFB-29CC-4C37-B7D2-C6D8D6077B7C}" sibTransId="{4893C57D-5065-4B73-A862-6B2D78710F28}"/>
    <dgm:cxn modelId="{91B8AAED-1FBE-4954-A0B1-93D54C1A2F95}" srcId="{17D9AB7A-36F2-42AE-9221-43F681A77C09}" destId="{6BCB7500-0704-49CA-A419-9ADBF6DAFF5C}" srcOrd="1" destOrd="0" parTransId="{6A59E9F2-5D3D-49FD-99A6-0446F0ADA317}" sibTransId="{D5C9798E-C299-4E64-92A9-A27141CFC3D8}"/>
    <dgm:cxn modelId="{8A7DB3F4-E086-4C70-B589-2C77EFE5BBC6}" srcId="{44B885E7-85C4-48B2-8517-EB13C1E5F18E}" destId="{44117ED2-0AC4-48C4-B90F-8D4FFD018533}" srcOrd="0" destOrd="0" parTransId="{642F9EA5-241E-4D7F-8CAB-F3A50F6B3211}" sibTransId="{D0ABA19E-F962-4CCD-92CD-0ACB86C4C0D9}"/>
    <dgm:cxn modelId="{15BC1B01-4571-4842-899E-3C3A3C720083}" type="presParOf" srcId="{D4A6AA3B-E304-4286-997E-5C0413B25562}" destId="{66F0AFBE-5AC6-4AE5-B0BD-613971A565CE}" srcOrd="0" destOrd="0" presId="urn:microsoft.com/office/officeart/2005/8/layout/lProcess3"/>
    <dgm:cxn modelId="{1F1C1278-61A9-4131-8AEE-3A177F4E10A9}" type="presParOf" srcId="{66F0AFBE-5AC6-4AE5-B0BD-613971A565CE}" destId="{2611A448-E269-4544-ADAD-A2C1A13CF978}" srcOrd="0" destOrd="0" presId="urn:microsoft.com/office/officeart/2005/8/layout/lProcess3"/>
    <dgm:cxn modelId="{EFCCCCF6-9749-4596-83C1-6AAEE6EA7EB7}" type="presParOf" srcId="{66F0AFBE-5AC6-4AE5-B0BD-613971A565CE}" destId="{3195EE73-D11D-419D-8CEE-CD6F4BB7A4DD}" srcOrd="1" destOrd="0" presId="urn:microsoft.com/office/officeart/2005/8/layout/lProcess3"/>
    <dgm:cxn modelId="{55136A07-6AB9-4B8C-82F1-475F23953ECF}" type="presParOf" srcId="{66F0AFBE-5AC6-4AE5-B0BD-613971A565CE}" destId="{630B763E-77E8-4B55-9E45-D5536DCA88E7}" srcOrd="2" destOrd="0" presId="urn:microsoft.com/office/officeart/2005/8/layout/lProcess3"/>
    <dgm:cxn modelId="{061C785D-2D87-4F9E-8381-D41156308913}" type="presParOf" srcId="{66F0AFBE-5AC6-4AE5-B0BD-613971A565CE}" destId="{6F372A4F-14A8-4F45-8920-189E4721CF10}" srcOrd="3" destOrd="0" presId="urn:microsoft.com/office/officeart/2005/8/layout/lProcess3"/>
    <dgm:cxn modelId="{DB8F4653-8BF3-4E08-8556-C713947B9D86}" type="presParOf" srcId="{66F0AFBE-5AC6-4AE5-B0BD-613971A565CE}" destId="{6B6B5086-DE6B-4D32-A070-6AFFCF89D3BC}" srcOrd="4" destOrd="0" presId="urn:microsoft.com/office/officeart/2005/8/layout/lProcess3"/>
    <dgm:cxn modelId="{80F0F774-0175-42F4-8DC4-596340C5561C}" type="presParOf" srcId="{D4A6AA3B-E304-4286-997E-5C0413B25562}" destId="{0FAAEBF0-99C4-4116-95CB-DFF45AE30489}" srcOrd="1" destOrd="0" presId="urn:microsoft.com/office/officeart/2005/8/layout/lProcess3"/>
    <dgm:cxn modelId="{861A4223-46E2-4A8E-9681-EFC7670FD342}" type="presParOf" srcId="{D4A6AA3B-E304-4286-997E-5C0413B25562}" destId="{3AD0AA97-FD2F-44D0-89F6-6BF2F571A2D4}" srcOrd="2" destOrd="0" presId="urn:microsoft.com/office/officeart/2005/8/layout/lProcess3"/>
    <dgm:cxn modelId="{8BED42CD-7FFF-4817-9269-0AF4EFBC4A56}" type="presParOf" srcId="{3AD0AA97-FD2F-44D0-89F6-6BF2F571A2D4}" destId="{CF235C3A-07E8-45A8-A623-EC3C415EE0E0}" srcOrd="0" destOrd="0" presId="urn:microsoft.com/office/officeart/2005/8/layout/lProcess3"/>
    <dgm:cxn modelId="{579FF4F8-672E-4F7C-A84A-44AACAB5A858}" type="presParOf" srcId="{3AD0AA97-FD2F-44D0-89F6-6BF2F571A2D4}" destId="{1581E1FC-4120-4BE1-83DC-1440ACF26E9D}" srcOrd="1" destOrd="0" presId="urn:microsoft.com/office/officeart/2005/8/layout/lProcess3"/>
    <dgm:cxn modelId="{80A1602A-3DD3-47E2-B898-B7BE4152E07F}" type="presParOf" srcId="{3AD0AA97-FD2F-44D0-89F6-6BF2F571A2D4}" destId="{BCFF058A-4AC4-4971-A271-D3A16EEE2530}" srcOrd="2" destOrd="0" presId="urn:microsoft.com/office/officeart/2005/8/layout/lProcess3"/>
    <dgm:cxn modelId="{91F2C08B-3FB2-45E5-8138-C224E42CD637}" type="presParOf" srcId="{3AD0AA97-FD2F-44D0-89F6-6BF2F571A2D4}" destId="{59F08669-4DE1-4662-9457-4BAD5D142E86}" srcOrd="3" destOrd="0" presId="urn:microsoft.com/office/officeart/2005/8/layout/lProcess3"/>
    <dgm:cxn modelId="{56B663A9-0C08-4475-9BF8-10A3A7139748}" type="presParOf" srcId="{3AD0AA97-FD2F-44D0-89F6-6BF2F571A2D4}" destId="{4B25C6A5-0257-405C-8885-EFA1489A9B9F}" srcOrd="4" destOrd="0" presId="urn:microsoft.com/office/officeart/2005/8/layout/lProcess3"/>
    <dgm:cxn modelId="{49011855-A627-4771-82D8-F5B6A8D0A05B}" type="presParOf" srcId="{D4A6AA3B-E304-4286-997E-5C0413B25562}" destId="{A3AC92C8-0106-4D00-8C17-758CC27B7EB4}" srcOrd="3" destOrd="0" presId="urn:microsoft.com/office/officeart/2005/8/layout/lProcess3"/>
    <dgm:cxn modelId="{8C3909DA-CC0D-4950-876D-CF427E9937FA}" type="presParOf" srcId="{D4A6AA3B-E304-4286-997E-5C0413B25562}" destId="{4E87BA4A-55F6-4F36-A832-7A712DCE5409}" srcOrd="4" destOrd="0" presId="urn:microsoft.com/office/officeart/2005/8/layout/lProcess3"/>
    <dgm:cxn modelId="{EE110218-1CB8-4DCE-9550-BBF750F99AB2}" type="presParOf" srcId="{4E87BA4A-55F6-4F36-A832-7A712DCE5409}" destId="{A1AC4DEE-2AFC-4E12-A178-B00B8CD41EE0}" srcOrd="0" destOrd="0" presId="urn:microsoft.com/office/officeart/2005/8/layout/lProcess3"/>
    <dgm:cxn modelId="{05E5D8FF-697A-49A2-811C-6CE8B799E79A}" type="presParOf" srcId="{4E87BA4A-55F6-4F36-A832-7A712DCE5409}" destId="{D48F9068-DA2C-47A9-899B-23EF9BFEAF0C}" srcOrd="1" destOrd="0" presId="urn:microsoft.com/office/officeart/2005/8/layout/lProcess3"/>
    <dgm:cxn modelId="{175F9871-8FBE-48CC-93EB-2F2880980F27}" type="presParOf" srcId="{4E87BA4A-55F6-4F36-A832-7A712DCE5409}" destId="{1E1A12A9-A818-4807-8F10-165FFC766CA4}" srcOrd="2" destOrd="0" presId="urn:microsoft.com/office/officeart/2005/8/layout/lProcess3"/>
    <dgm:cxn modelId="{151B7DA5-A975-44C6-AFC5-324CE9A154C4}" type="presParOf" srcId="{4E87BA4A-55F6-4F36-A832-7A712DCE5409}" destId="{C21E43D3-1C38-4F1B-AD93-814D6879B601}" srcOrd="3" destOrd="0" presId="urn:microsoft.com/office/officeart/2005/8/layout/lProcess3"/>
    <dgm:cxn modelId="{44025C29-A28D-4278-8E10-67EEC04B1B90}" type="presParOf" srcId="{4E87BA4A-55F6-4F36-A832-7A712DCE5409}" destId="{7FBB2916-80DC-41A5-BC45-DB7629952C0F}" srcOrd="4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4FC01BA2-D5FF-405E-B6C2-14108C6EDD5C}" type="doc">
      <dgm:prSet loTypeId="urn:microsoft.com/office/officeart/2005/8/layout/lProcess2" loCatId="list" qsTypeId="urn:microsoft.com/office/officeart/2005/8/quickstyle/simple1#8" qsCatId="simple" csTypeId="urn:microsoft.com/office/officeart/2005/8/colors/accent1_2#8" csCatId="accent1"/>
      <dgm:spPr/>
      <dgm:t>
        <a:bodyPr/>
        <a:lstStyle/>
        <a:p>
          <a:endParaRPr lang="en-IN"/>
        </a:p>
      </dgm:t>
    </dgm:pt>
    <dgm:pt modelId="{85F50731-E788-464B-9DB8-59B9FD80CD99}">
      <dgm:prSet/>
      <dgm:spPr/>
      <dgm:t>
        <a:bodyPr/>
        <a:lstStyle/>
        <a:p>
          <a:r>
            <a:rPr lang="en-IN" b="1"/>
            <a:t>Techniques Used</a:t>
          </a:r>
          <a:endParaRPr lang="en-IN"/>
        </a:p>
      </dgm:t>
    </dgm:pt>
    <dgm:pt modelId="{7555E585-3C77-43E9-8A0F-57737FC4A39C}" type="parTrans" cxnId="{BDFEDA49-81CF-4C06-B1A8-8CEA4F194299}">
      <dgm:prSet/>
      <dgm:spPr/>
      <dgm:t>
        <a:bodyPr/>
        <a:lstStyle/>
        <a:p>
          <a:endParaRPr lang="en-IN"/>
        </a:p>
      </dgm:t>
    </dgm:pt>
    <dgm:pt modelId="{694AF3DB-66BE-49F5-8497-476CD772CA88}" type="sibTrans" cxnId="{BDFEDA49-81CF-4C06-B1A8-8CEA4F194299}">
      <dgm:prSet/>
      <dgm:spPr/>
      <dgm:t>
        <a:bodyPr/>
        <a:lstStyle/>
        <a:p>
          <a:endParaRPr lang="en-IN"/>
        </a:p>
      </dgm:t>
    </dgm:pt>
    <dgm:pt modelId="{BDDFED8A-51CB-438F-BF18-D09600CDA5E4}">
      <dgm:prSet/>
      <dgm:spPr/>
      <dgm:t>
        <a:bodyPr/>
        <a:lstStyle/>
        <a:p>
          <a:r>
            <a:rPr lang="en-IN" b="1"/>
            <a:t>PHP</a:t>
          </a:r>
          <a:endParaRPr lang="en-IN"/>
        </a:p>
      </dgm:t>
    </dgm:pt>
    <dgm:pt modelId="{726A3359-8429-4F4F-A8D6-2797745A9FAB}" type="parTrans" cxnId="{E5DE8FD6-AC05-4817-AF85-FF377E263FB9}">
      <dgm:prSet/>
      <dgm:spPr/>
      <dgm:t>
        <a:bodyPr/>
        <a:lstStyle/>
        <a:p>
          <a:endParaRPr lang="en-IN"/>
        </a:p>
      </dgm:t>
    </dgm:pt>
    <dgm:pt modelId="{70169B9B-0C07-4048-8D83-53BEAAA09867}" type="sibTrans" cxnId="{E5DE8FD6-AC05-4817-AF85-FF377E263FB9}">
      <dgm:prSet/>
      <dgm:spPr/>
      <dgm:t>
        <a:bodyPr/>
        <a:lstStyle/>
        <a:p>
          <a:endParaRPr lang="en-IN"/>
        </a:p>
      </dgm:t>
    </dgm:pt>
    <dgm:pt modelId="{183EA4CD-7021-4AB0-AB93-8529B297A8A9}">
      <dgm:prSet/>
      <dgm:spPr/>
      <dgm:t>
        <a:bodyPr/>
        <a:lstStyle/>
        <a:p>
          <a:r>
            <a:rPr lang="en-IN"/>
            <a:t>Processes payment requests and booking information. </a:t>
          </a:r>
        </a:p>
      </dgm:t>
    </dgm:pt>
    <dgm:pt modelId="{9CCB232C-1385-45FE-81E6-F6E73CFDC236}" type="parTrans" cxnId="{7C5D4B01-C101-422D-B364-6438B74E6620}">
      <dgm:prSet/>
      <dgm:spPr/>
      <dgm:t>
        <a:bodyPr/>
        <a:lstStyle/>
        <a:p>
          <a:endParaRPr lang="en-IN"/>
        </a:p>
      </dgm:t>
    </dgm:pt>
    <dgm:pt modelId="{A70A4283-5B5C-4F68-9405-94009C84FF84}" type="sibTrans" cxnId="{7C5D4B01-C101-422D-B364-6438B74E6620}">
      <dgm:prSet/>
      <dgm:spPr/>
      <dgm:t>
        <a:bodyPr/>
        <a:lstStyle/>
        <a:p>
          <a:endParaRPr lang="en-IN"/>
        </a:p>
      </dgm:t>
    </dgm:pt>
    <dgm:pt modelId="{57FCB743-2039-486B-8D88-25D1FDF85A6C}">
      <dgm:prSet/>
      <dgm:spPr/>
      <dgm:t>
        <a:bodyPr/>
        <a:lstStyle/>
        <a:p>
          <a:r>
            <a:rPr lang="en-IN"/>
            <a:t>Calculates the final payable amount. </a:t>
          </a:r>
        </a:p>
      </dgm:t>
    </dgm:pt>
    <dgm:pt modelId="{4C74598D-51E2-4968-AD4E-D8BAA966D5C0}" type="parTrans" cxnId="{BAE9451B-4FF6-4F58-9786-D755B9226612}">
      <dgm:prSet/>
      <dgm:spPr/>
      <dgm:t>
        <a:bodyPr/>
        <a:lstStyle/>
        <a:p>
          <a:endParaRPr lang="en-IN"/>
        </a:p>
      </dgm:t>
    </dgm:pt>
    <dgm:pt modelId="{A94F696E-10A6-45D9-BC2F-3C2AE0A0C19E}" type="sibTrans" cxnId="{BAE9451B-4FF6-4F58-9786-D755B9226612}">
      <dgm:prSet/>
      <dgm:spPr/>
      <dgm:t>
        <a:bodyPr/>
        <a:lstStyle/>
        <a:p>
          <a:endParaRPr lang="en-IN"/>
        </a:p>
      </dgm:t>
    </dgm:pt>
    <dgm:pt modelId="{3813726B-AFBE-48DF-89C7-2D7A3F429CE2}">
      <dgm:prSet/>
      <dgm:spPr/>
      <dgm:t>
        <a:bodyPr/>
        <a:lstStyle/>
        <a:p>
          <a:r>
            <a:rPr lang="en-IN"/>
            <a:t>Updates payment status after successful processing. </a:t>
          </a:r>
        </a:p>
      </dgm:t>
    </dgm:pt>
    <dgm:pt modelId="{E11F07C1-00BD-4444-BCE4-29733787819C}" type="parTrans" cxnId="{00476F24-71F4-48DA-A80E-AE9A66C847CA}">
      <dgm:prSet/>
      <dgm:spPr/>
      <dgm:t>
        <a:bodyPr/>
        <a:lstStyle/>
        <a:p>
          <a:endParaRPr lang="en-IN"/>
        </a:p>
      </dgm:t>
    </dgm:pt>
    <dgm:pt modelId="{2AE1B410-0611-4E9A-A277-4C0C7D14C0D2}" type="sibTrans" cxnId="{00476F24-71F4-48DA-A80E-AE9A66C847CA}">
      <dgm:prSet/>
      <dgm:spPr/>
      <dgm:t>
        <a:bodyPr/>
        <a:lstStyle/>
        <a:p>
          <a:endParaRPr lang="en-IN"/>
        </a:p>
      </dgm:t>
    </dgm:pt>
    <dgm:pt modelId="{D943F8A2-E6FF-4C9C-A600-1B4F0D7CB738}">
      <dgm:prSet/>
      <dgm:spPr/>
      <dgm:t>
        <a:bodyPr/>
        <a:lstStyle/>
        <a:p>
          <a:r>
            <a:rPr lang="en-IN" b="1"/>
            <a:t>MySQL</a:t>
          </a:r>
          <a:endParaRPr lang="en-IN"/>
        </a:p>
      </dgm:t>
    </dgm:pt>
    <dgm:pt modelId="{AA26D37A-BFAC-4BE1-AB56-017279E8F391}" type="parTrans" cxnId="{539ED2B1-64C8-4EC1-B252-871A856708D2}">
      <dgm:prSet/>
      <dgm:spPr/>
      <dgm:t>
        <a:bodyPr/>
        <a:lstStyle/>
        <a:p>
          <a:endParaRPr lang="en-IN"/>
        </a:p>
      </dgm:t>
    </dgm:pt>
    <dgm:pt modelId="{2EA5DCA1-8067-4E5A-8B5C-1D53A290E97C}" type="sibTrans" cxnId="{539ED2B1-64C8-4EC1-B252-871A856708D2}">
      <dgm:prSet/>
      <dgm:spPr/>
      <dgm:t>
        <a:bodyPr/>
        <a:lstStyle/>
        <a:p>
          <a:endParaRPr lang="en-IN"/>
        </a:p>
      </dgm:t>
    </dgm:pt>
    <dgm:pt modelId="{8833F429-F4B4-4049-B3E4-F64D61422A47}">
      <dgm:prSet/>
      <dgm:spPr/>
      <dgm:t>
        <a:bodyPr/>
        <a:lstStyle/>
        <a:p>
          <a:r>
            <a:rPr lang="en-IN"/>
            <a:t>Stores booking ID, customer details, amount and payment status. </a:t>
          </a:r>
        </a:p>
      </dgm:t>
    </dgm:pt>
    <dgm:pt modelId="{FAC85CDE-28E0-42C6-8B81-644437B437FA}" type="parTrans" cxnId="{7997261C-4F79-489E-A808-48A600BC234E}">
      <dgm:prSet/>
      <dgm:spPr/>
      <dgm:t>
        <a:bodyPr/>
        <a:lstStyle/>
        <a:p>
          <a:endParaRPr lang="en-IN"/>
        </a:p>
      </dgm:t>
    </dgm:pt>
    <dgm:pt modelId="{E498BC46-DABD-4C52-A659-1E1D1794538F}" type="sibTrans" cxnId="{7997261C-4F79-489E-A808-48A600BC234E}">
      <dgm:prSet/>
      <dgm:spPr/>
      <dgm:t>
        <a:bodyPr/>
        <a:lstStyle/>
        <a:p>
          <a:endParaRPr lang="en-IN"/>
        </a:p>
      </dgm:t>
    </dgm:pt>
    <dgm:pt modelId="{0F85EC0B-3310-4B8C-9B8E-B334F92D774E}">
      <dgm:prSet/>
      <dgm:spPr/>
      <dgm:t>
        <a:bodyPr/>
        <a:lstStyle/>
        <a:p>
          <a:r>
            <a:rPr lang="en-IN"/>
            <a:t>Maintains payment records for billing and verification. </a:t>
          </a:r>
        </a:p>
      </dgm:t>
    </dgm:pt>
    <dgm:pt modelId="{BFFBE9E6-7EFD-4187-859A-1DCEA628F3D2}" type="parTrans" cxnId="{C02B0B33-67D6-4449-9D69-F2662D5284B8}">
      <dgm:prSet/>
      <dgm:spPr/>
      <dgm:t>
        <a:bodyPr/>
        <a:lstStyle/>
        <a:p>
          <a:endParaRPr lang="en-IN"/>
        </a:p>
      </dgm:t>
    </dgm:pt>
    <dgm:pt modelId="{B869321E-D615-44CE-9CC2-B3B2AC5EC90B}" type="sibTrans" cxnId="{C02B0B33-67D6-4449-9D69-F2662D5284B8}">
      <dgm:prSet/>
      <dgm:spPr/>
      <dgm:t>
        <a:bodyPr/>
        <a:lstStyle/>
        <a:p>
          <a:endParaRPr lang="en-IN"/>
        </a:p>
      </dgm:t>
    </dgm:pt>
    <dgm:pt modelId="{BB476E64-1F2E-4CC6-A327-8BEA42EBF0D2}">
      <dgm:prSet/>
      <dgm:spPr/>
      <dgm:t>
        <a:bodyPr/>
        <a:lstStyle/>
        <a:p>
          <a:r>
            <a:rPr lang="en-IN" b="1"/>
            <a:t>Payment Validation</a:t>
          </a:r>
          <a:endParaRPr lang="en-IN"/>
        </a:p>
      </dgm:t>
    </dgm:pt>
    <dgm:pt modelId="{D9B2BF5A-73FB-40E9-9145-213A8FE36C86}" type="parTrans" cxnId="{DB9A767B-E25E-4B63-9AD7-72FAA6173DA3}">
      <dgm:prSet/>
      <dgm:spPr/>
      <dgm:t>
        <a:bodyPr/>
        <a:lstStyle/>
        <a:p>
          <a:endParaRPr lang="en-IN"/>
        </a:p>
      </dgm:t>
    </dgm:pt>
    <dgm:pt modelId="{9C439705-3EAB-4783-9E83-E67C47404DEE}" type="sibTrans" cxnId="{DB9A767B-E25E-4B63-9AD7-72FAA6173DA3}">
      <dgm:prSet/>
      <dgm:spPr/>
      <dgm:t>
        <a:bodyPr/>
        <a:lstStyle/>
        <a:p>
          <a:endParaRPr lang="en-IN"/>
        </a:p>
      </dgm:t>
    </dgm:pt>
    <dgm:pt modelId="{2DBF3229-8949-4679-ACC6-ADC473998506}">
      <dgm:prSet/>
      <dgm:spPr/>
      <dgm:t>
        <a:bodyPr/>
        <a:lstStyle/>
        <a:p>
          <a:r>
            <a:rPr lang="en-IN"/>
            <a:t>Checks booking details before payment. </a:t>
          </a:r>
        </a:p>
      </dgm:t>
    </dgm:pt>
    <dgm:pt modelId="{B77B1D95-F767-4A4B-9046-A257EBE7E616}" type="parTrans" cxnId="{D7D94745-5B68-449E-A029-1E964DCFBEE4}">
      <dgm:prSet/>
      <dgm:spPr/>
      <dgm:t>
        <a:bodyPr/>
        <a:lstStyle/>
        <a:p>
          <a:endParaRPr lang="en-IN"/>
        </a:p>
      </dgm:t>
    </dgm:pt>
    <dgm:pt modelId="{66F2774B-47CA-47A3-A08A-DEE83EF6105F}" type="sibTrans" cxnId="{D7D94745-5B68-449E-A029-1E964DCFBEE4}">
      <dgm:prSet/>
      <dgm:spPr/>
      <dgm:t>
        <a:bodyPr/>
        <a:lstStyle/>
        <a:p>
          <a:endParaRPr lang="en-IN"/>
        </a:p>
      </dgm:t>
    </dgm:pt>
    <dgm:pt modelId="{BC47AFAF-77B8-499B-843F-13EBDC012E2D}">
      <dgm:prSet/>
      <dgm:spPr/>
      <dgm:t>
        <a:bodyPr/>
        <a:lstStyle/>
        <a:p>
          <a:r>
            <a:rPr lang="en-IN"/>
            <a:t>Prevents invalid or duplicate payment records. </a:t>
          </a:r>
        </a:p>
      </dgm:t>
    </dgm:pt>
    <dgm:pt modelId="{585ECA91-E605-4EDC-8280-495D4262A1EA}" type="parTrans" cxnId="{827FFF8E-88ED-4492-9DF0-1E92E79F23D1}">
      <dgm:prSet/>
      <dgm:spPr/>
      <dgm:t>
        <a:bodyPr/>
        <a:lstStyle/>
        <a:p>
          <a:endParaRPr lang="en-IN"/>
        </a:p>
      </dgm:t>
    </dgm:pt>
    <dgm:pt modelId="{BCAA1FC4-B4B6-4891-8B77-68F84DC97244}" type="sibTrans" cxnId="{827FFF8E-88ED-4492-9DF0-1E92E79F23D1}">
      <dgm:prSet/>
      <dgm:spPr/>
      <dgm:t>
        <a:bodyPr/>
        <a:lstStyle/>
        <a:p>
          <a:endParaRPr lang="en-IN"/>
        </a:p>
      </dgm:t>
    </dgm:pt>
    <dgm:pt modelId="{B2B79C83-485C-4B99-AFC1-8C2550BD94EF}">
      <dgm:prSet/>
      <dgm:spPr/>
      <dgm:t>
        <a:bodyPr/>
        <a:lstStyle/>
        <a:p>
          <a:r>
            <a:rPr lang="en-IN"/>
            <a:t>Confirms that the selected room is associated with the booking. </a:t>
          </a:r>
        </a:p>
      </dgm:t>
    </dgm:pt>
    <dgm:pt modelId="{D9E5D96D-8309-4AC6-A995-C77155967DFA}" type="parTrans" cxnId="{42F85113-6D68-4CB4-955F-6FBE575BAF73}">
      <dgm:prSet/>
      <dgm:spPr/>
      <dgm:t>
        <a:bodyPr/>
        <a:lstStyle/>
        <a:p>
          <a:endParaRPr lang="en-IN"/>
        </a:p>
      </dgm:t>
    </dgm:pt>
    <dgm:pt modelId="{9644A4B3-D9BF-4DFE-8A74-791693BAE137}" type="sibTrans" cxnId="{42F85113-6D68-4CB4-955F-6FBE575BAF73}">
      <dgm:prSet/>
      <dgm:spPr/>
      <dgm:t>
        <a:bodyPr/>
        <a:lstStyle/>
        <a:p>
          <a:endParaRPr lang="en-IN"/>
        </a:p>
      </dgm:t>
    </dgm:pt>
    <dgm:pt modelId="{124A076A-21C1-4DF3-B7E5-DACBECCB66F4}">
      <dgm:prSet/>
      <dgm:spPr/>
      <dgm:t>
        <a:bodyPr/>
        <a:lstStyle/>
        <a:p>
          <a:r>
            <a:rPr lang="en-IN" b="1"/>
            <a:t>Invoice Generation</a:t>
          </a:r>
          <a:endParaRPr lang="en-IN"/>
        </a:p>
      </dgm:t>
    </dgm:pt>
    <dgm:pt modelId="{C6C646F0-DE62-4A38-A3A4-DB8E2812A99B}" type="parTrans" cxnId="{B7A2AF6C-EBB2-430E-BDEA-C1555EAE7E83}">
      <dgm:prSet/>
      <dgm:spPr/>
      <dgm:t>
        <a:bodyPr/>
        <a:lstStyle/>
        <a:p>
          <a:endParaRPr lang="en-IN"/>
        </a:p>
      </dgm:t>
    </dgm:pt>
    <dgm:pt modelId="{42584979-55AE-456C-A592-82A8E3BC50C6}" type="sibTrans" cxnId="{B7A2AF6C-EBB2-430E-BDEA-C1555EAE7E83}">
      <dgm:prSet/>
      <dgm:spPr/>
      <dgm:t>
        <a:bodyPr/>
        <a:lstStyle/>
        <a:p>
          <a:endParaRPr lang="en-IN"/>
        </a:p>
      </dgm:t>
    </dgm:pt>
    <dgm:pt modelId="{D8F09D65-4AB0-4FBD-A9EE-CC527B0D50E4}">
      <dgm:prSet/>
      <dgm:spPr/>
      <dgm:t>
        <a:bodyPr/>
        <a:lstStyle/>
        <a:p>
          <a:r>
            <a:rPr lang="en-IN"/>
            <a:t>Generates a billing summary containing: </a:t>
          </a:r>
        </a:p>
      </dgm:t>
    </dgm:pt>
    <dgm:pt modelId="{0C3A2CB2-AD90-422A-B9FF-B6E9CE15F139}" type="parTrans" cxnId="{89D6D009-8866-463C-B191-210AC5D9E991}">
      <dgm:prSet/>
      <dgm:spPr/>
      <dgm:t>
        <a:bodyPr/>
        <a:lstStyle/>
        <a:p>
          <a:endParaRPr lang="en-IN"/>
        </a:p>
      </dgm:t>
    </dgm:pt>
    <dgm:pt modelId="{9EE80C1F-85DD-4A41-9E3D-08334FB6F5FE}" type="sibTrans" cxnId="{89D6D009-8866-463C-B191-210AC5D9E991}">
      <dgm:prSet/>
      <dgm:spPr/>
      <dgm:t>
        <a:bodyPr/>
        <a:lstStyle/>
        <a:p>
          <a:endParaRPr lang="en-IN"/>
        </a:p>
      </dgm:t>
    </dgm:pt>
    <dgm:pt modelId="{E8AA5650-9BB3-47DA-B64D-96851F6F7D8F}">
      <dgm:prSet/>
      <dgm:spPr/>
      <dgm:t>
        <a:bodyPr/>
        <a:lstStyle/>
        <a:p>
          <a:r>
            <a:rPr lang="en-IN"/>
            <a:t>Customer name </a:t>
          </a:r>
        </a:p>
      </dgm:t>
    </dgm:pt>
    <dgm:pt modelId="{357CC3AB-B133-44AD-9A3D-F314A57A7412}" type="parTrans" cxnId="{AC60E4EC-469A-42D7-B78B-27A40039B584}">
      <dgm:prSet/>
      <dgm:spPr/>
      <dgm:t>
        <a:bodyPr/>
        <a:lstStyle/>
        <a:p>
          <a:endParaRPr lang="en-IN"/>
        </a:p>
      </dgm:t>
    </dgm:pt>
    <dgm:pt modelId="{682367E8-9E43-438E-85A8-8BC3C2E4381C}" type="sibTrans" cxnId="{AC60E4EC-469A-42D7-B78B-27A40039B584}">
      <dgm:prSet/>
      <dgm:spPr/>
      <dgm:t>
        <a:bodyPr/>
        <a:lstStyle/>
        <a:p>
          <a:endParaRPr lang="en-IN"/>
        </a:p>
      </dgm:t>
    </dgm:pt>
    <dgm:pt modelId="{3F7A517A-5B8C-4D9E-B4BE-2F37E143AEA3}">
      <dgm:prSet/>
      <dgm:spPr/>
      <dgm:t>
        <a:bodyPr/>
        <a:lstStyle/>
        <a:p>
          <a:r>
            <a:rPr lang="en-IN"/>
            <a:t>Hotel and room details </a:t>
          </a:r>
        </a:p>
      </dgm:t>
    </dgm:pt>
    <dgm:pt modelId="{0E948A21-96E0-40F6-8D52-B5C0CB481B05}" type="parTrans" cxnId="{C66C8F68-9258-4F39-9799-2B442C04DD1E}">
      <dgm:prSet/>
      <dgm:spPr/>
      <dgm:t>
        <a:bodyPr/>
        <a:lstStyle/>
        <a:p>
          <a:endParaRPr lang="en-IN"/>
        </a:p>
      </dgm:t>
    </dgm:pt>
    <dgm:pt modelId="{B38EC320-2342-4C16-9CAE-847188ADF2FB}" type="sibTrans" cxnId="{C66C8F68-9258-4F39-9799-2B442C04DD1E}">
      <dgm:prSet/>
      <dgm:spPr/>
      <dgm:t>
        <a:bodyPr/>
        <a:lstStyle/>
        <a:p>
          <a:endParaRPr lang="en-IN"/>
        </a:p>
      </dgm:t>
    </dgm:pt>
    <dgm:pt modelId="{7ACF197D-FE4D-4AFA-BE20-8F261FA00A86}">
      <dgm:prSet/>
      <dgm:spPr/>
      <dgm:t>
        <a:bodyPr/>
        <a:lstStyle/>
        <a:p>
          <a:r>
            <a:rPr lang="en-IN"/>
            <a:t>Check-in and check-out dates </a:t>
          </a:r>
        </a:p>
      </dgm:t>
    </dgm:pt>
    <dgm:pt modelId="{5A6D7512-66CB-45AC-90B4-C2B1AF311B30}" type="parTrans" cxnId="{41CC431C-B10D-420E-BC9E-2D04AFC134E2}">
      <dgm:prSet/>
      <dgm:spPr/>
      <dgm:t>
        <a:bodyPr/>
        <a:lstStyle/>
        <a:p>
          <a:endParaRPr lang="en-IN"/>
        </a:p>
      </dgm:t>
    </dgm:pt>
    <dgm:pt modelId="{0FADC164-FE3C-40E7-B186-DDBE53C95DE2}" type="sibTrans" cxnId="{41CC431C-B10D-420E-BC9E-2D04AFC134E2}">
      <dgm:prSet/>
      <dgm:spPr/>
      <dgm:t>
        <a:bodyPr/>
        <a:lstStyle/>
        <a:p>
          <a:endParaRPr lang="en-IN"/>
        </a:p>
      </dgm:t>
    </dgm:pt>
    <dgm:pt modelId="{B077F04B-A733-4039-B882-ACD56D429AD2}">
      <dgm:prSet/>
      <dgm:spPr/>
      <dgm:t>
        <a:bodyPr/>
        <a:lstStyle/>
        <a:p>
          <a:r>
            <a:rPr lang="en-IN"/>
            <a:t>Number of nights </a:t>
          </a:r>
        </a:p>
      </dgm:t>
    </dgm:pt>
    <dgm:pt modelId="{41BDB245-7E50-4005-BC6C-43661B7E6574}" type="parTrans" cxnId="{48CD271A-8E5C-484B-9692-1A3F8013888B}">
      <dgm:prSet/>
      <dgm:spPr/>
      <dgm:t>
        <a:bodyPr/>
        <a:lstStyle/>
        <a:p>
          <a:endParaRPr lang="en-IN"/>
        </a:p>
      </dgm:t>
    </dgm:pt>
    <dgm:pt modelId="{B7F25D5B-3D1A-4DFD-B934-5718B7B20D5D}" type="sibTrans" cxnId="{48CD271A-8E5C-484B-9692-1A3F8013888B}">
      <dgm:prSet/>
      <dgm:spPr/>
      <dgm:t>
        <a:bodyPr/>
        <a:lstStyle/>
        <a:p>
          <a:endParaRPr lang="en-IN"/>
        </a:p>
      </dgm:t>
    </dgm:pt>
    <dgm:pt modelId="{9F015CFA-CDE5-4DBC-9F6C-1F4B8B9D9A59}">
      <dgm:prSet/>
      <dgm:spPr/>
      <dgm:t>
        <a:bodyPr/>
        <a:lstStyle/>
        <a:p>
          <a:r>
            <a:rPr lang="en-IN"/>
            <a:t>Total amount </a:t>
          </a:r>
        </a:p>
      </dgm:t>
    </dgm:pt>
    <dgm:pt modelId="{9E6C7D5B-D3CE-4231-967D-206B4AB1296B}" type="parTrans" cxnId="{2470B9BE-B812-448D-BA3B-8BD413A51538}">
      <dgm:prSet/>
      <dgm:spPr/>
      <dgm:t>
        <a:bodyPr/>
        <a:lstStyle/>
        <a:p>
          <a:endParaRPr lang="en-IN"/>
        </a:p>
      </dgm:t>
    </dgm:pt>
    <dgm:pt modelId="{7F946CBE-814C-4583-BB1E-6215A795C92B}" type="sibTrans" cxnId="{2470B9BE-B812-448D-BA3B-8BD413A51538}">
      <dgm:prSet/>
      <dgm:spPr/>
      <dgm:t>
        <a:bodyPr/>
        <a:lstStyle/>
        <a:p>
          <a:endParaRPr lang="en-IN"/>
        </a:p>
      </dgm:t>
    </dgm:pt>
    <dgm:pt modelId="{31EF7809-B605-4404-9994-97BB3219EE54}">
      <dgm:prSet/>
      <dgm:spPr/>
      <dgm:t>
        <a:bodyPr/>
        <a:lstStyle/>
        <a:p>
          <a:r>
            <a:rPr lang="en-IN"/>
            <a:t>Payment status </a:t>
          </a:r>
        </a:p>
      </dgm:t>
    </dgm:pt>
    <dgm:pt modelId="{C29A2890-2390-476F-A566-E42D9804A978}" type="parTrans" cxnId="{6D4A74E6-6280-4F12-8D78-91C034D4CEE9}">
      <dgm:prSet/>
      <dgm:spPr/>
      <dgm:t>
        <a:bodyPr/>
        <a:lstStyle/>
        <a:p>
          <a:endParaRPr lang="en-IN"/>
        </a:p>
      </dgm:t>
    </dgm:pt>
    <dgm:pt modelId="{47DEE4CA-5ADE-4026-9509-42DBED930ECA}" type="sibTrans" cxnId="{6D4A74E6-6280-4F12-8D78-91C034D4CEE9}">
      <dgm:prSet/>
      <dgm:spPr/>
      <dgm:t>
        <a:bodyPr/>
        <a:lstStyle/>
        <a:p>
          <a:endParaRPr lang="en-IN"/>
        </a:p>
      </dgm:t>
    </dgm:pt>
    <dgm:pt modelId="{DA68F426-6EB4-4351-BCCC-443B2A0C8C77}">
      <dgm:prSet/>
      <dgm:spPr/>
      <dgm:t>
        <a:bodyPr/>
        <a:lstStyle/>
        <a:p>
          <a:r>
            <a:rPr lang="en-IN" b="1"/>
            <a:t>Email Notification</a:t>
          </a:r>
          <a:endParaRPr lang="en-IN"/>
        </a:p>
      </dgm:t>
    </dgm:pt>
    <dgm:pt modelId="{FF84260C-5153-40B7-95F2-78EC4B4B43EE}" type="parTrans" cxnId="{CFE5C8FD-341B-4B16-93F2-036CD430241F}">
      <dgm:prSet/>
      <dgm:spPr/>
      <dgm:t>
        <a:bodyPr/>
        <a:lstStyle/>
        <a:p>
          <a:endParaRPr lang="en-IN"/>
        </a:p>
      </dgm:t>
    </dgm:pt>
    <dgm:pt modelId="{28916170-2550-4E35-A53B-C1F77030E63D}" type="sibTrans" cxnId="{CFE5C8FD-341B-4B16-93F2-036CD430241F}">
      <dgm:prSet/>
      <dgm:spPr/>
      <dgm:t>
        <a:bodyPr/>
        <a:lstStyle/>
        <a:p>
          <a:endParaRPr lang="en-IN"/>
        </a:p>
      </dgm:t>
    </dgm:pt>
    <dgm:pt modelId="{58CF2904-C349-4BC4-88ED-4B3BFF2FA331}">
      <dgm:prSet/>
      <dgm:spPr/>
      <dgm:t>
        <a:bodyPr/>
        <a:lstStyle/>
        <a:p>
          <a:r>
            <a:rPr lang="en-IN"/>
            <a:t>Sends booking/payment confirmation to the guest. </a:t>
          </a:r>
        </a:p>
      </dgm:t>
    </dgm:pt>
    <dgm:pt modelId="{E4E3A7BA-3B45-4E68-994B-D8B99CD3A9B0}" type="parTrans" cxnId="{9596F8BF-DD68-4F5F-BA93-9EB998083167}">
      <dgm:prSet/>
      <dgm:spPr/>
      <dgm:t>
        <a:bodyPr/>
        <a:lstStyle/>
        <a:p>
          <a:endParaRPr lang="en-IN"/>
        </a:p>
      </dgm:t>
    </dgm:pt>
    <dgm:pt modelId="{1B57FE61-1E7F-40CB-A4EB-21A380BE741A}" type="sibTrans" cxnId="{9596F8BF-DD68-4F5F-BA93-9EB998083167}">
      <dgm:prSet/>
      <dgm:spPr/>
      <dgm:t>
        <a:bodyPr/>
        <a:lstStyle/>
        <a:p>
          <a:endParaRPr lang="en-IN"/>
        </a:p>
      </dgm:t>
    </dgm:pt>
    <dgm:pt modelId="{418F378D-4740-49F4-9FFC-9D154B89C9ED}">
      <dgm:prSet/>
      <dgm:spPr/>
      <dgm:t>
        <a:bodyPr/>
        <a:lstStyle/>
        <a:p>
          <a:r>
            <a:rPr lang="en-IN"/>
            <a:t>Provides confirmation after successful transaction.</a:t>
          </a:r>
        </a:p>
      </dgm:t>
    </dgm:pt>
    <dgm:pt modelId="{987D4035-A1AE-4805-9781-2A0A612C46A1}" type="parTrans" cxnId="{54B62DEB-CE3B-4816-8621-F232138BF6A8}">
      <dgm:prSet/>
      <dgm:spPr/>
      <dgm:t>
        <a:bodyPr/>
        <a:lstStyle/>
        <a:p>
          <a:endParaRPr lang="en-IN"/>
        </a:p>
      </dgm:t>
    </dgm:pt>
    <dgm:pt modelId="{AE8E0B8B-E42F-4736-BBC5-586D4AA09BC5}" type="sibTrans" cxnId="{54B62DEB-CE3B-4816-8621-F232138BF6A8}">
      <dgm:prSet/>
      <dgm:spPr/>
      <dgm:t>
        <a:bodyPr/>
        <a:lstStyle/>
        <a:p>
          <a:endParaRPr lang="en-IN"/>
        </a:p>
      </dgm:t>
    </dgm:pt>
    <dgm:pt modelId="{F6FF3220-B1E5-4C8C-9C8D-81BAEB3E6249}" type="pres">
      <dgm:prSet presAssocID="{4FC01BA2-D5FF-405E-B6C2-14108C6EDD5C}" presName="theList" presStyleCnt="0">
        <dgm:presLayoutVars>
          <dgm:dir/>
          <dgm:animLvl val="lvl"/>
          <dgm:resizeHandles val="exact"/>
        </dgm:presLayoutVars>
      </dgm:prSet>
      <dgm:spPr/>
    </dgm:pt>
    <dgm:pt modelId="{10BB0512-4D9E-4B68-B198-97B4AB4B07FA}" type="pres">
      <dgm:prSet presAssocID="{85F50731-E788-464B-9DB8-59B9FD80CD99}" presName="compNode" presStyleCnt="0"/>
      <dgm:spPr/>
    </dgm:pt>
    <dgm:pt modelId="{718B02DB-2DB2-4151-A75D-12F72E73C526}" type="pres">
      <dgm:prSet presAssocID="{85F50731-E788-464B-9DB8-59B9FD80CD99}" presName="aNode" presStyleLbl="bgShp" presStyleIdx="0" presStyleCnt="6"/>
      <dgm:spPr/>
    </dgm:pt>
    <dgm:pt modelId="{AAD5C36B-76E9-49EB-A399-3F3F169BD08D}" type="pres">
      <dgm:prSet presAssocID="{85F50731-E788-464B-9DB8-59B9FD80CD99}" presName="textNode" presStyleLbl="bgShp" presStyleIdx="0" presStyleCnt="6"/>
      <dgm:spPr/>
    </dgm:pt>
    <dgm:pt modelId="{740900D1-84DA-4D60-8EDF-CCA84E2E2B6E}" type="pres">
      <dgm:prSet presAssocID="{85F50731-E788-464B-9DB8-59B9FD80CD99}" presName="compChildNode" presStyleCnt="0"/>
      <dgm:spPr/>
    </dgm:pt>
    <dgm:pt modelId="{07CFBBAF-5F37-482A-84F1-E4F67B8D3186}" type="pres">
      <dgm:prSet presAssocID="{85F50731-E788-464B-9DB8-59B9FD80CD99}" presName="theInnerList" presStyleCnt="0"/>
      <dgm:spPr/>
    </dgm:pt>
    <dgm:pt modelId="{583B6EB7-8C54-475F-936C-F13DBACB3280}" type="pres">
      <dgm:prSet presAssocID="{85F50731-E788-464B-9DB8-59B9FD80CD99}" presName="aSpace" presStyleCnt="0"/>
      <dgm:spPr/>
    </dgm:pt>
    <dgm:pt modelId="{95FB5756-4825-465F-9393-6899DFEA4D6F}" type="pres">
      <dgm:prSet presAssocID="{BDDFED8A-51CB-438F-BF18-D09600CDA5E4}" presName="compNode" presStyleCnt="0"/>
      <dgm:spPr/>
    </dgm:pt>
    <dgm:pt modelId="{BB43DAF2-474F-4706-AE77-952F9D498F00}" type="pres">
      <dgm:prSet presAssocID="{BDDFED8A-51CB-438F-BF18-D09600CDA5E4}" presName="aNode" presStyleLbl="bgShp" presStyleIdx="1" presStyleCnt="6"/>
      <dgm:spPr/>
    </dgm:pt>
    <dgm:pt modelId="{62D80D91-E95F-4344-83C0-EE3D4F7B815F}" type="pres">
      <dgm:prSet presAssocID="{BDDFED8A-51CB-438F-BF18-D09600CDA5E4}" presName="textNode" presStyleLbl="bgShp" presStyleIdx="1" presStyleCnt="6"/>
      <dgm:spPr/>
    </dgm:pt>
    <dgm:pt modelId="{E6AD8DE3-B2DF-4840-A45E-C90822ACCDEC}" type="pres">
      <dgm:prSet presAssocID="{BDDFED8A-51CB-438F-BF18-D09600CDA5E4}" presName="compChildNode" presStyleCnt="0"/>
      <dgm:spPr/>
    </dgm:pt>
    <dgm:pt modelId="{A08F1D04-432A-42AF-8BFD-4878C462E0AC}" type="pres">
      <dgm:prSet presAssocID="{BDDFED8A-51CB-438F-BF18-D09600CDA5E4}" presName="theInnerList" presStyleCnt="0"/>
      <dgm:spPr/>
    </dgm:pt>
    <dgm:pt modelId="{C8021007-DC22-4A8D-99CF-D54FAD51BA83}" type="pres">
      <dgm:prSet presAssocID="{183EA4CD-7021-4AB0-AB93-8529B297A8A9}" presName="childNode" presStyleLbl="node1" presStyleIdx="0" presStyleCnt="11">
        <dgm:presLayoutVars>
          <dgm:bulletEnabled val="1"/>
        </dgm:presLayoutVars>
      </dgm:prSet>
      <dgm:spPr/>
    </dgm:pt>
    <dgm:pt modelId="{A5EC4151-A88F-414E-B745-F4B7EF4ADDFF}" type="pres">
      <dgm:prSet presAssocID="{183EA4CD-7021-4AB0-AB93-8529B297A8A9}" presName="aSpace2" presStyleCnt="0"/>
      <dgm:spPr/>
    </dgm:pt>
    <dgm:pt modelId="{B1687EFA-3E3E-4169-B7FE-B4E29D66B096}" type="pres">
      <dgm:prSet presAssocID="{57FCB743-2039-486B-8D88-25D1FDF85A6C}" presName="childNode" presStyleLbl="node1" presStyleIdx="1" presStyleCnt="11">
        <dgm:presLayoutVars>
          <dgm:bulletEnabled val="1"/>
        </dgm:presLayoutVars>
      </dgm:prSet>
      <dgm:spPr/>
    </dgm:pt>
    <dgm:pt modelId="{76789F40-F4F4-42EA-8F75-C25B9FFD27FC}" type="pres">
      <dgm:prSet presAssocID="{57FCB743-2039-486B-8D88-25D1FDF85A6C}" presName="aSpace2" presStyleCnt="0"/>
      <dgm:spPr/>
    </dgm:pt>
    <dgm:pt modelId="{3516E06B-A5C4-48CB-A1B2-DED06F9500D0}" type="pres">
      <dgm:prSet presAssocID="{3813726B-AFBE-48DF-89C7-2D7A3F429CE2}" presName="childNode" presStyleLbl="node1" presStyleIdx="2" presStyleCnt="11">
        <dgm:presLayoutVars>
          <dgm:bulletEnabled val="1"/>
        </dgm:presLayoutVars>
      </dgm:prSet>
      <dgm:spPr/>
    </dgm:pt>
    <dgm:pt modelId="{CBB5C918-4A81-4811-BE37-B66898487B85}" type="pres">
      <dgm:prSet presAssocID="{BDDFED8A-51CB-438F-BF18-D09600CDA5E4}" presName="aSpace" presStyleCnt="0"/>
      <dgm:spPr/>
    </dgm:pt>
    <dgm:pt modelId="{FFF61357-9D57-46B2-BE01-1ED17BD7C7CD}" type="pres">
      <dgm:prSet presAssocID="{D943F8A2-E6FF-4C9C-A600-1B4F0D7CB738}" presName="compNode" presStyleCnt="0"/>
      <dgm:spPr/>
    </dgm:pt>
    <dgm:pt modelId="{8B027E84-91C0-47F8-875A-A1EEF453D5BF}" type="pres">
      <dgm:prSet presAssocID="{D943F8A2-E6FF-4C9C-A600-1B4F0D7CB738}" presName="aNode" presStyleLbl="bgShp" presStyleIdx="2" presStyleCnt="6"/>
      <dgm:spPr/>
    </dgm:pt>
    <dgm:pt modelId="{C19D447F-82E2-4FF7-8DAA-72CF404B7984}" type="pres">
      <dgm:prSet presAssocID="{D943F8A2-E6FF-4C9C-A600-1B4F0D7CB738}" presName="textNode" presStyleLbl="bgShp" presStyleIdx="2" presStyleCnt="6"/>
      <dgm:spPr/>
    </dgm:pt>
    <dgm:pt modelId="{A912AB4C-4715-4062-B120-998BC4ED2806}" type="pres">
      <dgm:prSet presAssocID="{D943F8A2-E6FF-4C9C-A600-1B4F0D7CB738}" presName="compChildNode" presStyleCnt="0"/>
      <dgm:spPr/>
    </dgm:pt>
    <dgm:pt modelId="{16CDACB5-C3E2-4EA5-AA3C-3858D105D49F}" type="pres">
      <dgm:prSet presAssocID="{D943F8A2-E6FF-4C9C-A600-1B4F0D7CB738}" presName="theInnerList" presStyleCnt="0"/>
      <dgm:spPr/>
    </dgm:pt>
    <dgm:pt modelId="{D6FE1EF3-1D3A-47E4-B238-E75458C9B459}" type="pres">
      <dgm:prSet presAssocID="{8833F429-F4B4-4049-B3E4-F64D61422A47}" presName="childNode" presStyleLbl="node1" presStyleIdx="3" presStyleCnt="11">
        <dgm:presLayoutVars>
          <dgm:bulletEnabled val="1"/>
        </dgm:presLayoutVars>
      </dgm:prSet>
      <dgm:spPr/>
    </dgm:pt>
    <dgm:pt modelId="{7B8B175D-C4A0-4B21-8E07-FEDE978CFA8F}" type="pres">
      <dgm:prSet presAssocID="{8833F429-F4B4-4049-B3E4-F64D61422A47}" presName="aSpace2" presStyleCnt="0"/>
      <dgm:spPr/>
    </dgm:pt>
    <dgm:pt modelId="{105CD855-C206-498A-8076-CA214BB4C296}" type="pres">
      <dgm:prSet presAssocID="{0F85EC0B-3310-4B8C-9B8E-B334F92D774E}" presName="childNode" presStyleLbl="node1" presStyleIdx="4" presStyleCnt="11">
        <dgm:presLayoutVars>
          <dgm:bulletEnabled val="1"/>
        </dgm:presLayoutVars>
      </dgm:prSet>
      <dgm:spPr/>
    </dgm:pt>
    <dgm:pt modelId="{55FF62BF-646D-4078-92D1-7D71415ECA75}" type="pres">
      <dgm:prSet presAssocID="{D943F8A2-E6FF-4C9C-A600-1B4F0D7CB738}" presName="aSpace" presStyleCnt="0"/>
      <dgm:spPr/>
    </dgm:pt>
    <dgm:pt modelId="{6AE73DEA-D30C-4937-9452-8B4D453EC30E}" type="pres">
      <dgm:prSet presAssocID="{BB476E64-1F2E-4CC6-A327-8BEA42EBF0D2}" presName="compNode" presStyleCnt="0"/>
      <dgm:spPr/>
    </dgm:pt>
    <dgm:pt modelId="{56A4A7DB-0F37-4F37-BF9E-7342BF7B4403}" type="pres">
      <dgm:prSet presAssocID="{BB476E64-1F2E-4CC6-A327-8BEA42EBF0D2}" presName="aNode" presStyleLbl="bgShp" presStyleIdx="3" presStyleCnt="6"/>
      <dgm:spPr/>
    </dgm:pt>
    <dgm:pt modelId="{C095E8C0-4423-4102-909E-082BB13DEDA0}" type="pres">
      <dgm:prSet presAssocID="{BB476E64-1F2E-4CC6-A327-8BEA42EBF0D2}" presName="textNode" presStyleLbl="bgShp" presStyleIdx="3" presStyleCnt="6"/>
      <dgm:spPr/>
    </dgm:pt>
    <dgm:pt modelId="{D8E2C4BB-E6B3-409B-BDC9-4F1EC191A442}" type="pres">
      <dgm:prSet presAssocID="{BB476E64-1F2E-4CC6-A327-8BEA42EBF0D2}" presName="compChildNode" presStyleCnt="0"/>
      <dgm:spPr/>
    </dgm:pt>
    <dgm:pt modelId="{FE1DF360-D8B1-475B-B277-636CD7CE3174}" type="pres">
      <dgm:prSet presAssocID="{BB476E64-1F2E-4CC6-A327-8BEA42EBF0D2}" presName="theInnerList" presStyleCnt="0"/>
      <dgm:spPr/>
    </dgm:pt>
    <dgm:pt modelId="{8354647C-ECFE-42A9-9A0D-77B409576793}" type="pres">
      <dgm:prSet presAssocID="{2DBF3229-8949-4679-ACC6-ADC473998506}" presName="childNode" presStyleLbl="node1" presStyleIdx="5" presStyleCnt="11">
        <dgm:presLayoutVars>
          <dgm:bulletEnabled val="1"/>
        </dgm:presLayoutVars>
      </dgm:prSet>
      <dgm:spPr/>
    </dgm:pt>
    <dgm:pt modelId="{E4A245B6-1E54-485F-B5EA-F499E07EB98B}" type="pres">
      <dgm:prSet presAssocID="{2DBF3229-8949-4679-ACC6-ADC473998506}" presName="aSpace2" presStyleCnt="0"/>
      <dgm:spPr/>
    </dgm:pt>
    <dgm:pt modelId="{D05BBA38-65C8-4233-8E51-01940C2BFFD5}" type="pres">
      <dgm:prSet presAssocID="{BC47AFAF-77B8-499B-843F-13EBDC012E2D}" presName="childNode" presStyleLbl="node1" presStyleIdx="6" presStyleCnt="11">
        <dgm:presLayoutVars>
          <dgm:bulletEnabled val="1"/>
        </dgm:presLayoutVars>
      </dgm:prSet>
      <dgm:spPr/>
    </dgm:pt>
    <dgm:pt modelId="{9C816EA8-88EC-4733-94AC-B5BE65E170C2}" type="pres">
      <dgm:prSet presAssocID="{BC47AFAF-77B8-499B-843F-13EBDC012E2D}" presName="aSpace2" presStyleCnt="0"/>
      <dgm:spPr/>
    </dgm:pt>
    <dgm:pt modelId="{DE6E35A5-76D5-4290-8D3B-92FF9B65DEE2}" type="pres">
      <dgm:prSet presAssocID="{B2B79C83-485C-4B99-AFC1-8C2550BD94EF}" presName="childNode" presStyleLbl="node1" presStyleIdx="7" presStyleCnt="11">
        <dgm:presLayoutVars>
          <dgm:bulletEnabled val="1"/>
        </dgm:presLayoutVars>
      </dgm:prSet>
      <dgm:spPr/>
    </dgm:pt>
    <dgm:pt modelId="{C4E0B19A-1EE7-48D0-96AC-29D018ECC35E}" type="pres">
      <dgm:prSet presAssocID="{BB476E64-1F2E-4CC6-A327-8BEA42EBF0D2}" presName="aSpace" presStyleCnt="0"/>
      <dgm:spPr/>
    </dgm:pt>
    <dgm:pt modelId="{4C968ED7-AA0F-42A1-B2BB-0C8CC8014071}" type="pres">
      <dgm:prSet presAssocID="{124A076A-21C1-4DF3-B7E5-DACBECCB66F4}" presName="compNode" presStyleCnt="0"/>
      <dgm:spPr/>
    </dgm:pt>
    <dgm:pt modelId="{F20F3780-7B93-4CDB-A23E-89B0209DC090}" type="pres">
      <dgm:prSet presAssocID="{124A076A-21C1-4DF3-B7E5-DACBECCB66F4}" presName="aNode" presStyleLbl="bgShp" presStyleIdx="4" presStyleCnt="6"/>
      <dgm:spPr/>
    </dgm:pt>
    <dgm:pt modelId="{DF82F60A-E2F5-4725-91AF-EF5F0474035C}" type="pres">
      <dgm:prSet presAssocID="{124A076A-21C1-4DF3-B7E5-DACBECCB66F4}" presName="textNode" presStyleLbl="bgShp" presStyleIdx="4" presStyleCnt="6"/>
      <dgm:spPr/>
    </dgm:pt>
    <dgm:pt modelId="{44B789D9-C5AB-4036-AD7E-E83B1FE6137C}" type="pres">
      <dgm:prSet presAssocID="{124A076A-21C1-4DF3-B7E5-DACBECCB66F4}" presName="compChildNode" presStyleCnt="0"/>
      <dgm:spPr/>
    </dgm:pt>
    <dgm:pt modelId="{995C8AEC-4A9F-410D-9A7F-240305B14202}" type="pres">
      <dgm:prSet presAssocID="{124A076A-21C1-4DF3-B7E5-DACBECCB66F4}" presName="theInnerList" presStyleCnt="0"/>
      <dgm:spPr/>
    </dgm:pt>
    <dgm:pt modelId="{3E092349-9E88-465D-9A32-B3F4E39AFEE8}" type="pres">
      <dgm:prSet presAssocID="{D8F09D65-4AB0-4FBD-A9EE-CC527B0D50E4}" presName="childNode" presStyleLbl="node1" presStyleIdx="8" presStyleCnt="11">
        <dgm:presLayoutVars>
          <dgm:bulletEnabled val="1"/>
        </dgm:presLayoutVars>
      </dgm:prSet>
      <dgm:spPr/>
    </dgm:pt>
    <dgm:pt modelId="{F1C243A8-4AA0-4EFB-9DEF-73B9ECD8DF11}" type="pres">
      <dgm:prSet presAssocID="{124A076A-21C1-4DF3-B7E5-DACBECCB66F4}" presName="aSpace" presStyleCnt="0"/>
      <dgm:spPr/>
    </dgm:pt>
    <dgm:pt modelId="{1E36C4C7-90CA-4CCA-A0AB-971EA6AB0CF4}" type="pres">
      <dgm:prSet presAssocID="{DA68F426-6EB4-4351-BCCC-443B2A0C8C77}" presName="compNode" presStyleCnt="0"/>
      <dgm:spPr/>
    </dgm:pt>
    <dgm:pt modelId="{DF6EC0AC-734E-4F0C-AB62-9C8BD0810C90}" type="pres">
      <dgm:prSet presAssocID="{DA68F426-6EB4-4351-BCCC-443B2A0C8C77}" presName="aNode" presStyleLbl="bgShp" presStyleIdx="5" presStyleCnt="6"/>
      <dgm:spPr/>
    </dgm:pt>
    <dgm:pt modelId="{8A5D5260-4ED1-462B-B65A-FA638D88344B}" type="pres">
      <dgm:prSet presAssocID="{DA68F426-6EB4-4351-BCCC-443B2A0C8C77}" presName="textNode" presStyleLbl="bgShp" presStyleIdx="5" presStyleCnt="6"/>
      <dgm:spPr/>
    </dgm:pt>
    <dgm:pt modelId="{E2484957-9C37-44D0-BD53-78764FCD204D}" type="pres">
      <dgm:prSet presAssocID="{DA68F426-6EB4-4351-BCCC-443B2A0C8C77}" presName="compChildNode" presStyleCnt="0"/>
      <dgm:spPr/>
    </dgm:pt>
    <dgm:pt modelId="{59061F96-28D5-46E1-8466-4967BF715B78}" type="pres">
      <dgm:prSet presAssocID="{DA68F426-6EB4-4351-BCCC-443B2A0C8C77}" presName="theInnerList" presStyleCnt="0"/>
      <dgm:spPr/>
    </dgm:pt>
    <dgm:pt modelId="{362D3675-D071-411C-A10F-62F3B4992C24}" type="pres">
      <dgm:prSet presAssocID="{58CF2904-C349-4BC4-88ED-4B3BFF2FA331}" presName="childNode" presStyleLbl="node1" presStyleIdx="9" presStyleCnt="11">
        <dgm:presLayoutVars>
          <dgm:bulletEnabled val="1"/>
        </dgm:presLayoutVars>
      </dgm:prSet>
      <dgm:spPr/>
    </dgm:pt>
    <dgm:pt modelId="{81BAA2E3-6C06-4CD6-BE7E-2C13CDD2D1E1}" type="pres">
      <dgm:prSet presAssocID="{58CF2904-C349-4BC4-88ED-4B3BFF2FA331}" presName="aSpace2" presStyleCnt="0"/>
      <dgm:spPr/>
    </dgm:pt>
    <dgm:pt modelId="{89C93979-EF1C-4415-97DE-A375AE625F53}" type="pres">
      <dgm:prSet presAssocID="{418F378D-4740-49F4-9FFC-9D154B89C9ED}" presName="childNode" presStyleLbl="node1" presStyleIdx="10" presStyleCnt="11">
        <dgm:presLayoutVars>
          <dgm:bulletEnabled val="1"/>
        </dgm:presLayoutVars>
      </dgm:prSet>
      <dgm:spPr/>
    </dgm:pt>
  </dgm:ptLst>
  <dgm:cxnLst>
    <dgm:cxn modelId="{05A60A00-9978-4198-B839-51CEB5847B0E}" type="presOf" srcId="{124A076A-21C1-4DF3-B7E5-DACBECCB66F4}" destId="{DF82F60A-E2F5-4725-91AF-EF5F0474035C}" srcOrd="1" destOrd="0" presId="urn:microsoft.com/office/officeart/2005/8/layout/lProcess2"/>
    <dgm:cxn modelId="{7C5D4B01-C101-422D-B364-6438B74E6620}" srcId="{BDDFED8A-51CB-438F-BF18-D09600CDA5E4}" destId="{183EA4CD-7021-4AB0-AB93-8529B297A8A9}" srcOrd="0" destOrd="0" parTransId="{9CCB232C-1385-45FE-81E6-F6E73CFDC236}" sibTransId="{A70A4283-5B5C-4F68-9405-94009C84FF84}"/>
    <dgm:cxn modelId="{89D6D009-8866-463C-B191-210AC5D9E991}" srcId="{124A076A-21C1-4DF3-B7E5-DACBECCB66F4}" destId="{D8F09D65-4AB0-4FBD-A9EE-CC527B0D50E4}" srcOrd="0" destOrd="0" parTransId="{0C3A2CB2-AD90-422A-B9FF-B6E9CE15F139}" sibTransId="{9EE80C1F-85DD-4A41-9E3D-08334FB6F5FE}"/>
    <dgm:cxn modelId="{42F85113-6D68-4CB4-955F-6FBE575BAF73}" srcId="{BB476E64-1F2E-4CC6-A327-8BEA42EBF0D2}" destId="{B2B79C83-485C-4B99-AFC1-8C2550BD94EF}" srcOrd="2" destOrd="0" parTransId="{D9E5D96D-8309-4AC6-A995-C77155967DFA}" sibTransId="{9644A4B3-D9BF-4DFE-8A74-791693BAE137}"/>
    <dgm:cxn modelId="{008C0615-5BA9-4661-B314-622F35EDA623}" type="presOf" srcId="{B2B79C83-485C-4B99-AFC1-8C2550BD94EF}" destId="{DE6E35A5-76D5-4290-8D3B-92FF9B65DEE2}" srcOrd="0" destOrd="0" presId="urn:microsoft.com/office/officeart/2005/8/layout/lProcess2"/>
    <dgm:cxn modelId="{48CD271A-8E5C-484B-9692-1A3F8013888B}" srcId="{D8F09D65-4AB0-4FBD-A9EE-CC527B0D50E4}" destId="{B077F04B-A733-4039-B882-ACD56D429AD2}" srcOrd="3" destOrd="0" parTransId="{41BDB245-7E50-4005-BC6C-43661B7E6574}" sibTransId="{B7F25D5B-3D1A-4DFD-B934-5718B7B20D5D}"/>
    <dgm:cxn modelId="{BAE9451B-4FF6-4F58-9786-D755B9226612}" srcId="{BDDFED8A-51CB-438F-BF18-D09600CDA5E4}" destId="{57FCB743-2039-486B-8D88-25D1FDF85A6C}" srcOrd="1" destOrd="0" parTransId="{4C74598D-51E2-4968-AD4E-D8BAA966D5C0}" sibTransId="{A94F696E-10A6-45D9-BC2F-3C2AE0A0C19E}"/>
    <dgm:cxn modelId="{7997261C-4F79-489E-A808-48A600BC234E}" srcId="{D943F8A2-E6FF-4C9C-A600-1B4F0D7CB738}" destId="{8833F429-F4B4-4049-B3E4-F64D61422A47}" srcOrd="0" destOrd="0" parTransId="{FAC85CDE-28E0-42C6-8B81-644437B437FA}" sibTransId="{E498BC46-DABD-4C52-A659-1E1D1794538F}"/>
    <dgm:cxn modelId="{41CC431C-B10D-420E-BC9E-2D04AFC134E2}" srcId="{D8F09D65-4AB0-4FBD-A9EE-CC527B0D50E4}" destId="{7ACF197D-FE4D-4AFA-BE20-8F261FA00A86}" srcOrd="2" destOrd="0" parTransId="{5A6D7512-66CB-45AC-90B4-C2B1AF311B30}" sibTransId="{0FADC164-FE3C-40E7-B186-DDBE53C95DE2}"/>
    <dgm:cxn modelId="{9FF69A1C-89BD-4FD0-9014-EF6A1A240DBA}" type="presOf" srcId="{85F50731-E788-464B-9DB8-59B9FD80CD99}" destId="{718B02DB-2DB2-4151-A75D-12F72E73C526}" srcOrd="0" destOrd="0" presId="urn:microsoft.com/office/officeart/2005/8/layout/lProcess2"/>
    <dgm:cxn modelId="{00476F24-71F4-48DA-A80E-AE9A66C847CA}" srcId="{BDDFED8A-51CB-438F-BF18-D09600CDA5E4}" destId="{3813726B-AFBE-48DF-89C7-2D7A3F429CE2}" srcOrd="2" destOrd="0" parTransId="{E11F07C1-00BD-4444-BCE4-29733787819C}" sibTransId="{2AE1B410-0611-4E9A-A277-4C0C7D14C0D2}"/>
    <dgm:cxn modelId="{F5A8E626-6D32-4620-B702-2597FE4A1AF6}" type="presOf" srcId="{3F7A517A-5B8C-4D9E-B4BE-2F37E143AEA3}" destId="{3E092349-9E88-465D-9A32-B3F4E39AFEE8}" srcOrd="0" destOrd="2" presId="urn:microsoft.com/office/officeart/2005/8/layout/lProcess2"/>
    <dgm:cxn modelId="{74934131-9604-4F3C-AE60-5E5DF8D24D09}" type="presOf" srcId="{2DBF3229-8949-4679-ACC6-ADC473998506}" destId="{8354647C-ECFE-42A9-9A0D-77B409576793}" srcOrd="0" destOrd="0" presId="urn:microsoft.com/office/officeart/2005/8/layout/lProcess2"/>
    <dgm:cxn modelId="{C02B0B33-67D6-4449-9D69-F2662D5284B8}" srcId="{D943F8A2-E6FF-4C9C-A600-1B4F0D7CB738}" destId="{0F85EC0B-3310-4B8C-9B8E-B334F92D774E}" srcOrd="1" destOrd="0" parTransId="{BFFBE9E6-7EFD-4187-859A-1DCEA628F3D2}" sibTransId="{B869321E-D615-44CE-9CC2-B3B2AC5EC90B}"/>
    <dgm:cxn modelId="{A0503C38-2752-4AE5-AC8A-29807D9F38F1}" type="presOf" srcId="{31EF7809-B605-4404-9994-97BB3219EE54}" destId="{3E092349-9E88-465D-9A32-B3F4E39AFEE8}" srcOrd="0" destOrd="6" presId="urn:microsoft.com/office/officeart/2005/8/layout/lProcess2"/>
    <dgm:cxn modelId="{F357405B-D749-4777-AF30-ACB4755F0704}" type="presOf" srcId="{D8F09D65-4AB0-4FBD-A9EE-CC527B0D50E4}" destId="{3E092349-9E88-465D-9A32-B3F4E39AFEE8}" srcOrd="0" destOrd="0" presId="urn:microsoft.com/office/officeart/2005/8/layout/lProcess2"/>
    <dgm:cxn modelId="{39058E5C-D0EB-45B3-B6B8-2DA3A0EC6B3F}" type="presOf" srcId="{85F50731-E788-464B-9DB8-59B9FD80CD99}" destId="{AAD5C36B-76E9-49EB-A399-3F3F169BD08D}" srcOrd="1" destOrd="0" presId="urn:microsoft.com/office/officeart/2005/8/layout/lProcess2"/>
    <dgm:cxn modelId="{F7D51760-34A8-415D-B9E4-348830CBE273}" type="presOf" srcId="{57FCB743-2039-486B-8D88-25D1FDF85A6C}" destId="{B1687EFA-3E3E-4169-B7FE-B4E29D66B096}" srcOrd="0" destOrd="0" presId="urn:microsoft.com/office/officeart/2005/8/layout/lProcess2"/>
    <dgm:cxn modelId="{036FCA60-4825-4484-A22C-BD8B2C8998C7}" type="presOf" srcId="{BDDFED8A-51CB-438F-BF18-D09600CDA5E4}" destId="{62D80D91-E95F-4344-83C0-EE3D4F7B815F}" srcOrd="1" destOrd="0" presId="urn:microsoft.com/office/officeart/2005/8/layout/lProcess2"/>
    <dgm:cxn modelId="{D7D94745-5B68-449E-A029-1E964DCFBEE4}" srcId="{BB476E64-1F2E-4CC6-A327-8BEA42EBF0D2}" destId="{2DBF3229-8949-4679-ACC6-ADC473998506}" srcOrd="0" destOrd="0" parTransId="{B77B1D95-F767-4A4B-9046-A257EBE7E616}" sibTransId="{66F2774B-47CA-47A3-A08A-DEE83EF6105F}"/>
    <dgm:cxn modelId="{C66C8F68-9258-4F39-9799-2B442C04DD1E}" srcId="{D8F09D65-4AB0-4FBD-A9EE-CC527B0D50E4}" destId="{3F7A517A-5B8C-4D9E-B4BE-2F37E143AEA3}" srcOrd="1" destOrd="0" parTransId="{0E948A21-96E0-40F6-8D52-B5C0CB481B05}" sibTransId="{B38EC320-2342-4C16-9CAE-847188ADF2FB}"/>
    <dgm:cxn modelId="{BDFEDA49-81CF-4C06-B1A8-8CEA4F194299}" srcId="{4FC01BA2-D5FF-405E-B6C2-14108C6EDD5C}" destId="{85F50731-E788-464B-9DB8-59B9FD80CD99}" srcOrd="0" destOrd="0" parTransId="{7555E585-3C77-43E9-8A0F-57737FC4A39C}" sibTransId="{694AF3DB-66BE-49F5-8497-476CD772CA88}"/>
    <dgm:cxn modelId="{B7A2AF6C-EBB2-430E-BDEA-C1555EAE7E83}" srcId="{4FC01BA2-D5FF-405E-B6C2-14108C6EDD5C}" destId="{124A076A-21C1-4DF3-B7E5-DACBECCB66F4}" srcOrd="4" destOrd="0" parTransId="{C6C646F0-DE62-4A38-A3A4-DB8E2812A99B}" sibTransId="{42584979-55AE-456C-A592-82A8E3BC50C6}"/>
    <dgm:cxn modelId="{ECD7D14F-D200-4FE4-A802-34A233297025}" type="presOf" srcId="{BB476E64-1F2E-4CC6-A327-8BEA42EBF0D2}" destId="{56A4A7DB-0F37-4F37-BF9E-7342BF7B4403}" srcOrd="0" destOrd="0" presId="urn:microsoft.com/office/officeart/2005/8/layout/lProcess2"/>
    <dgm:cxn modelId="{F0FDC172-CF35-463E-82A4-95044FFBF340}" type="presOf" srcId="{124A076A-21C1-4DF3-B7E5-DACBECCB66F4}" destId="{F20F3780-7B93-4CDB-A23E-89B0209DC090}" srcOrd="0" destOrd="0" presId="urn:microsoft.com/office/officeart/2005/8/layout/lProcess2"/>
    <dgm:cxn modelId="{B6389E73-86A1-466B-B42A-14614D459315}" type="presOf" srcId="{8833F429-F4B4-4049-B3E4-F64D61422A47}" destId="{D6FE1EF3-1D3A-47E4-B238-E75458C9B459}" srcOrd="0" destOrd="0" presId="urn:microsoft.com/office/officeart/2005/8/layout/lProcess2"/>
    <dgm:cxn modelId="{9BFEB255-AF33-4CE1-917D-19C53F2D87F8}" type="presOf" srcId="{D943F8A2-E6FF-4C9C-A600-1B4F0D7CB738}" destId="{8B027E84-91C0-47F8-875A-A1EEF453D5BF}" srcOrd="0" destOrd="0" presId="urn:microsoft.com/office/officeart/2005/8/layout/lProcess2"/>
    <dgm:cxn modelId="{9EDD9A58-4465-495B-B6BC-0DDE2F2D3E33}" type="presOf" srcId="{B077F04B-A733-4039-B882-ACD56D429AD2}" destId="{3E092349-9E88-465D-9A32-B3F4E39AFEE8}" srcOrd="0" destOrd="4" presId="urn:microsoft.com/office/officeart/2005/8/layout/lProcess2"/>
    <dgm:cxn modelId="{F402CB78-31F8-4246-B1F9-98AC16AD64AD}" type="presOf" srcId="{DA68F426-6EB4-4351-BCCC-443B2A0C8C77}" destId="{DF6EC0AC-734E-4F0C-AB62-9C8BD0810C90}" srcOrd="0" destOrd="0" presId="urn:microsoft.com/office/officeart/2005/8/layout/lProcess2"/>
    <dgm:cxn modelId="{DB9A767B-E25E-4B63-9AD7-72FAA6173DA3}" srcId="{4FC01BA2-D5FF-405E-B6C2-14108C6EDD5C}" destId="{BB476E64-1F2E-4CC6-A327-8BEA42EBF0D2}" srcOrd="3" destOrd="0" parTransId="{D9B2BF5A-73FB-40E9-9145-213A8FE36C86}" sibTransId="{9C439705-3EAB-4783-9E83-E67C47404DEE}"/>
    <dgm:cxn modelId="{D7DC8A82-EDCB-481B-AB04-F108D37C5C04}" type="presOf" srcId="{D943F8A2-E6FF-4C9C-A600-1B4F0D7CB738}" destId="{C19D447F-82E2-4FF7-8DAA-72CF404B7984}" srcOrd="1" destOrd="0" presId="urn:microsoft.com/office/officeart/2005/8/layout/lProcess2"/>
    <dgm:cxn modelId="{8149B784-F7C5-41E6-9046-E9438800876D}" type="presOf" srcId="{0F85EC0B-3310-4B8C-9B8E-B334F92D774E}" destId="{105CD855-C206-498A-8076-CA214BB4C296}" srcOrd="0" destOrd="0" presId="urn:microsoft.com/office/officeart/2005/8/layout/lProcess2"/>
    <dgm:cxn modelId="{BEC9BE8D-BB12-4CC1-92CA-B83CE384B508}" type="presOf" srcId="{418F378D-4740-49F4-9FFC-9D154B89C9ED}" destId="{89C93979-EF1C-4415-97DE-A375AE625F53}" srcOrd="0" destOrd="0" presId="urn:microsoft.com/office/officeart/2005/8/layout/lProcess2"/>
    <dgm:cxn modelId="{827FFF8E-88ED-4492-9DF0-1E92E79F23D1}" srcId="{BB476E64-1F2E-4CC6-A327-8BEA42EBF0D2}" destId="{BC47AFAF-77B8-499B-843F-13EBDC012E2D}" srcOrd="1" destOrd="0" parTransId="{585ECA91-E605-4EDC-8280-495D4262A1EA}" sibTransId="{BCAA1FC4-B4B6-4891-8B77-68F84DC97244}"/>
    <dgm:cxn modelId="{2CF87990-E389-4A5B-A351-74B8C722B170}" type="presOf" srcId="{E8AA5650-9BB3-47DA-B64D-96851F6F7D8F}" destId="{3E092349-9E88-465D-9A32-B3F4E39AFEE8}" srcOrd="0" destOrd="1" presId="urn:microsoft.com/office/officeart/2005/8/layout/lProcess2"/>
    <dgm:cxn modelId="{37A687A2-F3FA-412D-BD72-E4664665DFEC}" type="presOf" srcId="{9F015CFA-CDE5-4DBC-9F6C-1F4B8B9D9A59}" destId="{3E092349-9E88-465D-9A32-B3F4E39AFEE8}" srcOrd="0" destOrd="5" presId="urn:microsoft.com/office/officeart/2005/8/layout/lProcess2"/>
    <dgm:cxn modelId="{6110CDA8-237B-4D37-91C2-D2A4AA2F0C26}" type="presOf" srcId="{4FC01BA2-D5FF-405E-B6C2-14108C6EDD5C}" destId="{F6FF3220-B1E5-4C8C-9C8D-81BAEB3E6249}" srcOrd="0" destOrd="0" presId="urn:microsoft.com/office/officeart/2005/8/layout/lProcess2"/>
    <dgm:cxn modelId="{5F9948AF-0FDB-4FBC-93E2-AD628C9F22A3}" type="presOf" srcId="{BB476E64-1F2E-4CC6-A327-8BEA42EBF0D2}" destId="{C095E8C0-4423-4102-909E-082BB13DEDA0}" srcOrd="1" destOrd="0" presId="urn:microsoft.com/office/officeart/2005/8/layout/lProcess2"/>
    <dgm:cxn modelId="{539ED2B1-64C8-4EC1-B252-871A856708D2}" srcId="{4FC01BA2-D5FF-405E-B6C2-14108C6EDD5C}" destId="{D943F8A2-E6FF-4C9C-A600-1B4F0D7CB738}" srcOrd="2" destOrd="0" parTransId="{AA26D37A-BFAC-4BE1-AB56-017279E8F391}" sibTransId="{2EA5DCA1-8067-4E5A-8B5C-1D53A290E97C}"/>
    <dgm:cxn modelId="{2470B9BE-B812-448D-BA3B-8BD413A51538}" srcId="{D8F09D65-4AB0-4FBD-A9EE-CC527B0D50E4}" destId="{9F015CFA-CDE5-4DBC-9F6C-1F4B8B9D9A59}" srcOrd="4" destOrd="0" parTransId="{9E6C7D5B-D3CE-4231-967D-206B4AB1296B}" sibTransId="{7F946CBE-814C-4583-BB1E-6215A795C92B}"/>
    <dgm:cxn modelId="{9596F8BF-DD68-4F5F-BA93-9EB998083167}" srcId="{DA68F426-6EB4-4351-BCCC-443B2A0C8C77}" destId="{58CF2904-C349-4BC4-88ED-4B3BFF2FA331}" srcOrd="0" destOrd="0" parTransId="{E4E3A7BA-3B45-4E68-994B-D8B99CD3A9B0}" sibTransId="{1B57FE61-1E7F-40CB-A4EB-21A380BE741A}"/>
    <dgm:cxn modelId="{E5DE8FD6-AC05-4817-AF85-FF377E263FB9}" srcId="{4FC01BA2-D5FF-405E-B6C2-14108C6EDD5C}" destId="{BDDFED8A-51CB-438F-BF18-D09600CDA5E4}" srcOrd="1" destOrd="0" parTransId="{726A3359-8429-4F4F-A8D6-2797745A9FAB}" sibTransId="{70169B9B-0C07-4048-8D83-53BEAAA09867}"/>
    <dgm:cxn modelId="{760AFAD9-5670-4052-A1B2-AADA1B4BDD15}" type="presOf" srcId="{BC47AFAF-77B8-499B-843F-13EBDC012E2D}" destId="{D05BBA38-65C8-4233-8E51-01940C2BFFD5}" srcOrd="0" destOrd="0" presId="urn:microsoft.com/office/officeart/2005/8/layout/lProcess2"/>
    <dgm:cxn modelId="{19B9AADB-7706-420F-8BD0-F6BB519FD999}" type="presOf" srcId="{DA68F426-6EB4-4351-BCCC-443B2A0C8C77}" destId="{8A5D5260-4ED1-462B-B65A-FA638D88344B}" srcOrd="1" destOrd="0" presId="urn:microsoft.com/office/officeart/2005/8/layout/lProcess2"/>
    <dgm:cxn modelId="{CB0420E6-3B8C-455B-94A4-D0AD160E83F0}" type="presOf" srcId="{183EA4CD-7021-4AB0-AB93-8529B297A8A9}" destId="{C8021007-DC22-4A8D-99CF-D54FAD51BA83}" srcOrd="0" destOrd="0" presId="urn:microsoft.com/office/officeart/2005/8/layout/lProcess2"/>
    <dgm:cxn modelId="{6D4A74E6-6280-4F12-8D78-91C034D4CEE9}" srcId="{D8F09D65-4AB0-4FBD-A9EE-CC527B0D50E4}" destId="{31EF7809-B605-4404-9994-97BB3219EE54}" srcOrd="5" destOrd="0" parTransId="{C29A2890-2390-476F-A566-E42D9804A978}" sibTransId="{47DEE4CA-5ADE-4026-9509-42DBED930ECA}"/>
    <dgm:cxn modelId="{4F82FDE8-E9A1-4003-954C-5E4332E6E3F5}" type="presOf" srcId="{58CF2904-C349-4BC4-88ED-4B3BFF2FA331}" destId="{362D3675-D071-411C-A10F-62F3B4992C24}" srcOrd="0" destOrd="0" presId="urn:microsoft.com/office/officeart/2005/8/layout/lProcess2"/>
    <dgm:cxn modelId="{54B62DEB-CE3B-4816-8621-F232138BF6A8}" srcId="{DA68F426-6EB4-4351-BCCC-443B2A0C8C77}" destId="{418F378D-4740-49F4-9FFC-9D154B89C9ED}" srcOrd="1" destOrd="0" parTransId="{987D4035-A1AE-4805-9781-2A0A612C46A1}" sibTransId="{AE8E0B8B-E42F-4736-BBC5-586D4AA09BC5}"/>
    <dgm:cxn modelId="{AA673AEC-CF2D-4FC0-94E0-ACA20DE93F81}" type="presOf" srcId="{3813726B-AFBE-48DF-89C7-2D7A3F429CE2}" destId="{3516E06B-A5C4-48CB-A1B2-DED06F9500D0}" srcOrd="0" destOrd="0" presId="urn:microsoft.com/office/officeart/2005/8/layout/lProcess2"/>
    <dgm:cxn modelId="{AC60E4EC-469A-42D7-B78B-27A40039B584}" srcId="{D8F09D65-4AB0-4FBD-A9EE-CC527B0D50E4}" destId="{E8AA5650-9BB3-47DA-B64D-96851F6F7D8F}" srcOrd="0" destOrd="0" parTransId="{357CC3AB-B133-44AD-9A3D-F314A57A7412}" sibTransId="{682367E8-9E43-438E-85A8-8BC3C2E4381C}"/>
    <dgm:cxn modelId="{BBAD05F0-4DD7-4DC2-A8CF-7805EB3C902A}" type="presOf" srcId="{BDDFED8A-51CB-438F-BF18-D09600CDA5E4}" destId="{BB43DAF2-474F-4706-AE77-952F9D498F00}" srcOrd="0" destOrd="0" presId="urn:microsoft.com/office/officeart/2005/8/layout/lProcess2"/>
    <dgm:cxn modelId="{B6CD7DFC-AA7D-4BAB-99CE-58BD9DBDB276}" type="presOf" srcId="{7ACF197D-FE4D-4AFA-BE20-8F261FA00A86}" destId="{3E092349-9E88-465D-9A32-B3F4E39AFEE8}" srcOrd="0" destOrd="3" presId="urn:microsoft.com/office/officeart/2005/8/layout/lProcess2"/>
    <dgm:cxn modelId="{CFE5C8FD-341B-4B16-93F2-036CD430241F}" srcId="{4FC01BA2-D5FF-405E-B6C2-14108C6EDD5C}" destId="{DA68F426-6EB4-4351-BCCC-443B2A0C8C77}" srcOrd="5" destOrd="0" parTransId="{FF84260C-5153-40B7-95F2-78EC4B4B43EE}" sibTransId="{28916170-2550-4E35-A53B-C1F77030E63D}"/>
    <dgm:cxn modelId="{BAFC9EE8-D23D-4086-9294-16E88BDB66C6}" type="presParOf" srcId="{F6FF3220-B1E5-4C8C-9C8D-81BAEB3E6249}" destId="{10BB0512-4D9E-4B68-B198-97B4AB4B07FA}" srcOrd="0" destOrd="0" presId="urn:microsoft.com/office/officeart/2005/8/layout/lProcess2"/>
    <dgm:cxn modelId="{84B4B067-38EE-4211-B77E-545E1C9987A5}" type="presParOf" srcId="{10BB0512-4D9E-4B68-B198-97B4AB4B07FA}" destId="{718B02DB-2DB2-4151-A75D-12F72E73C526}" srcOrd="0" destOrd="0" presId="urn:microsoft.com/office/officeart/2005/8/layout/lProcess2"/>
    <dgm:cxn modelId="{15194E02-E223-4569-8F68-54E724CB0CB1}" type="presParOf" srcId="{10BB0512-4D9E-4B68-B198-97B4AB4B07FA}" destId="{AAD5C36B-76E9-49EB-A399-3F3F169BD08D}" srcOrd="1" destOrd="0" presId="urn:microsoft.com/office/officeart/2005/8/layout/lProcess2"/>
    <dgm:cxn modelId="{BC912DA9-AD67-4B2A-814D-E06DF33935A7}" type="presParOf" srcId="{10BB0512-4D9E-4B68-B198-97B4AB4B07FA}" destId="{740900D1-84DA-4D60-8EDF-CCA84E2E2B6E}" srcOrd="2" destOrd="0" presId="urn:microsoft.com/office/officeart/2005/8/layout/lProcess2"/>
    <dgm:cxn modelId="{E6A98C81-E0E3-4546-B08F-B030CB85BA94}" type="presParOf" srcId="{740900D1-84DA-4D60-8EDF-CCA84E2E2B6E}" destId="{07CFBBAF-5F37-482A-84F1-E4F67B8D3186}" srcOrd="0" destOrd="0" presId="urn:microsoft.com/office/officeart/2005/8/layout/lProcess2"/>
    <dgm:cxn modelId="{8FAC5F4A-34DD-4437-BE4D-6C60252727BD}" type="presParOf" srcId="{F6FF3220-B1E5-4C8C-9C8D-81BAEB3E6249}" destId="{583B6EB7-8C54-475F-936C-F13DBACB3280}" srcOrd="1" destOrd="0" presId="urn:microsoft.com/office/officeart/2005/8/layout/lProcess2"/>
    <dgm:cxn modelId="{1F3326A3-5ED6-4F32-A790-EDE1ED8402E0}" type="presParOf" srcId="{F6FF3220-B1E5-4C8C-9C8D-81BAEB3E6249}" destId="{95FB5756-4825-465F-9393-6899DFEA4D6F}" srcOrd="2" destOrd="0" presId="urn:microsoft.com/office/officeart/2005/8/layout/lProcess2"/>
    <dgm:cxn modelId="{0871E7B7-3C84-4FA1-9F85-44959C49F811}" type="presParOf" srcId="{95FB5756-4825-465F-9393-6899DFEA4D6F}" destId="{BB43DAF2-474F-4706-AE77-952F9D498F00}" srcOrd="0" destOrd="0" presId="urn:microsoft.com/office/officeart/2005/8/layout/lProcess2"/>
    <dgm:cxn modelId="{2419548F-1A1F-4D35-B927-CAAB4686C818}" type="presParOf" srcId="{95FB5756-4825-465F-9393-6899DFEA4D6F}" destId="{62D80D91-E95F-4344-83C0-EE3D4F7B815F}" srcOrd="1" destOrd="0" presId="urn:microsoft.com/office/officeart/2005/8/layout/lProcess2"/>
    <dgm:cxn modelId="{3A82DAB0-09B1-4F08-9D51-DD1420A13A70}" type="presParOf" srcId="{95FB5756-4825-465F-9393-6899DFEA4D6F}" destId="{E6AD8DE3-B2DF-4840-A45E-C90822ACCDEC}" srcOrd="2" destOrd="0" presId="urn:microsoft.com/office/officeart/2005/8/layout/lProcess2"/>
    <dgm:cxn modelId="{CC49D870-40DB-44F8-8F9D-3F5B13036EC9}" type="presParOf" srcId="{E6AD8DE3-B2DF-4840-A45E-C90822ACCDEC}" destId="{A08F1D04-432A-42AF-8BFD-4878C462E0AC}" srcOrd="0" destOrd="0" presId="urn:microsoft.com/office/officeart/2005/8/layout/lProcess2"/>
    <dgm:cxn modelId="{65623AA2-5C6D-4AD0-B983-41973C18A881}" type="presParOf" srcId="{A08F1D04-432A-42AF-8BFD-4878C462E0AC}" destId="{C8021007-DC22-4A8D-99CF-D54FAD51BA83}" srcOrd="0" destOrd="0" presId="urn:microsoft.com/office/officeart/2005/8/layout/lProcess2"/>
    <dgm:cxn modelId="{95FDECCD-3B2C-4D36-A96C-A14E2B967474}" type="presParOf" srcId="{A08F1D04-432A-42AF-8BFD-4878C462E0AC}" destId="{A5EC4151-A88F-414E-B745-F4B7EF4ADDFF}" srcOrd="1" destOrd="0" presId="urn:microsoft.com/office/officeart/2005/8/layout/lProcess2"/>
    <dgm:cxn modelId="{63508AF6-4AB7-4346-B1CE-0531A6123F90}" type="presParOf" srcId="{A08F1D04-432A-42AF-8BFD-4878C462E0AC}" destId="{B1687EFA-3E3E-4169-B7FE-B4E29D66B096}" srcOrd="2" destOrd="0" presId="urn:microsoft.com/office/officeart/2005/8/layout/lProcess2"/>
    <dgm:cxn modelId="{BF54ED31-BA7A-4593-B30B-615A81CC98EC}" type="presParOf" srcId="{A08F1D04-432A-42AF-8BFD-4878C462E0AC}" destId="{76789F40-F4F4-42EA-8F75-C25B9FFD27FC}" srcOrd="3" destOrd="0" presId="urn:microsoft.com/office/officeart/2005/8/layout/lProcess2"/>
    <dgm:cxn modelId="{FF0B3F2C-5E2C-4240-9905-192AD99782A4}" type="presParOf" srcId="{A08F1D04-432A-42AF-8BFD-4878C462E0AC}" destId="{3516E06B-A5C4-48CB-A1B2-DED06F9500D0}" srcOrd="4" destOrd="0" presId="urn:microsoft.com/office/officeart/2005/8/layout/lProcess2"/>
    <dgm:cxn modelId="{C3DC8CB9-CEB5-4508-B80C-C4C5AFB42602}" type="presParOf" srcId="{F6FF3220-B1E5-4C8C-9C8D-81BAEB3E6249}" destId="{CBB5C918-4A81-4811-BE37-B66898487B85}" srcOrd="3" destOrd="0" presId="urn:microsoft.com/office/officeart/2005/8/layout/lProcess2"/>
    <dgm:cxn modelId="{19D00865-B804-48B8-8B0F-6840E229D73C}" type="presParOf" srcId="{F6FF3220-B1E5-4C8C-9C8D-81BAEB3E6249}" destId="{FFF61357-9D57-46B2-BE01-1ED17BD7C7CD}" srcOrd="4" destOrd="0" presId="urn:microsoft.com/office/officeart/2005/8/layout/lProcess2"/>
    <dgm:cxn modelId="{16EE082C-699A-4D14-B6CD-9E6605E1C80F}" type="presParOf" srcId="{FFF61357-9D57-46B2-BE01-1ED17BD7C7CD}" destId="{8B027E84-91C0-47F8-875A-A1EEF453D5BF}" srcOrd="0" destOrd="0" presId="urn:microsoft.com/office/officeart/2005/8/layout/lProcess2"/>
    <dgm:cxn modelId="{237D2CA2-B722-489E-B5A5-B7E5D3B1CFFF}" type="presParOf" srcId="{FFF61357-9D57-46B2-BE01-1ED17BD7C7CD}" destId="{C19D447F-82E2-4FF7-8DAA-72CF404B7984}" srcOrd="1" destOrd="0" presId="urn:microsoft.com/office/officeart/2005/8/layout/lProcess2"/>
    <dgm:cxn modelId="{920A5981-6DD4-4DCC-99E0-4B0DA9AF6395}" type="presParOf" srcId="{FFF61357-9D57-46B2-BE01-1ED17BD7C7CD}" destId="{A912AB4C-4715-4062-B120-998BC4ED2806}" srcOrd="2" destOrd="0" presId="urn:microsoft.com/office/officeart/2005/8/layout/lProcess2"/>
    <dgm:cxn modelId="{5D50C2A3-68F8-40CE-B9A6-1E60BDD4C9B3}" type="presParOf" srcId="{A912AB4C-4715-4062-B120-998BC4ED2806}" destId="{16CDACB5-C3E2-4EA5-AA3C-3858D105D49F}" srcOrd="0" destOrd="0" presId="urn:microsoft.com/office/officeart/2005/8/layout/lProcess2"/>
    <dgm:cxn modelId="{399E112D-6D19-4865-BD47-BF517B033858}" type="presParOf" srcId="{16CDACB5-C3E2-4EA5-AA3C-3858D105D49F}" destId="{D6FE1EF3-1D3A-47E4-B238-E75458C9B459}" srcOrd="0" destOrd="0" presId="urn:microsoft.com/office/officeart/2005/8/layout/lProcess2"/>
    <dgm:cxn modelId="{A1FCBCB7-BEE2-4EEB-89DA-26754C8EB687}" type="presParOf" srcId="{16CDACB5-C3E2-4EA5-AA3C-3858D105D49F}" destId="{7B8B175D-C4A0-4B21-8E07-FEDE978CFA8F}" srcOrd="1" destOrd="0" presId="urn:microsoft.com/office/officeart/2005/8/layout/lProcess2"/>
    <dgm:cxn modelId="{20A3503D-A55D-41CD-9B62-4AB425DF6D26}" type="presParOf" srcId="{16CDACB5-C3E2-4EA5-AA3C-3858D105D49F}" destId="{105CD855-C206-498A-8076-CA214BB4C296}" srcOrd="2" destOrd="0" presId="urn:microsoft.com/office/officeart/2005/8/layout/lProcess2"/>
    <dgm:cxn modelId="{F4F2044B-35F9-409F-89E4-10D84B615D47}" type="presParOf" srcId="{F6FF3220-B1E5-4C8C-9C8D-81BAEB3E6249}" destId="{55FF62BF-646D-4078-92D1-7D71415ECA75}" srcOrd="5" destOrd="0" presId="urn:microsoft.com/office/officeart/2005/8/layout/lProcess2"/>
    <dgm:cxn modelId="{B9961E54-FBE5-4362-A316-E56C9FDC3478}" type="presParOf" srcId="{F6FF3220-B1E5-4C8C-9C8D-81BAEB3E6249}" destId="{6AE73DEA-D30C-4937-9452-8B4D453EC30E}" srcOrd="6" destOrd="0" presId="urn:microsoft.com/office/officeart/2005/8/layout/lProcess2"/>
    <dgm:cxn modelId="{E6B2A4BE-9E8D-4191-980F-137679C99CC4}" type="presParOf" srcId="{6AE73DEA-D30C-4937-9452-8B4D453EC30E}" destId="{56A4A7DB-0F37-4F37-BF9E-7342BF7B4403}" srcOrd="0" destOrd="0" presId="urn:microsoft.com/office/officeart/2005/8/layout/lProcess2"/>
    <dgm:cxn modelId="{17ACD43E-14CE-4F7B-B2D2-BB7F32CFE35D}" type="presParOf" srcId="{6AE73DEA-D30C-4937-9452-8B4D453EC30E}" destId="{C095E8C0-4423-4102-909E-082BB13DEDA0}" srcOrd="1" destOrd="0" presId="urn:microsoft.com/office/officeart/2005/8/layout/lProcess2"/>
    <dgm:cxn modelId="{8394606B-FA2D-4CFF-9CC7-D8FC9F4BA0D5}" type="presParOf" srcId="{6AE73DEA-D30C-4937-9452-8B4D453EC30E}" destId="{D8E2C4BB-E6B3-409B-BDC9-4F1EC191A442}" srcOrd="2" destOrd="0" presId="urn:microsoft.com/office/officeart/2005/8/layout/lProcess2"/>
    <dgm:cxn modelId="{7CA5EF6B-29E4-46B5-8E05-2564A502B1AC}" type="presParOf" srcId="{D8E2C4BB-E6B3-409B-BDC9-4F1EC191A442}" destId="{FE1DF360-D8B1-475B-B277-636CD7CE3174}" srcOrd="0" destOrd="0" presId="urn:microsoft.com/office/officeart/2005/8/layout/lProcess2"/>
    <dgm:cxn modelId="{4E853606-BC07-40FF-BE68-A1F6D0AD594C}" type="presParOf" srcId="{FE1DF360-D8B1-475B-B277-636CD7CE3174}" destId="{8354647C-ECFE-42A9-9A0D-77B409576793}" srcOrd="0" destOrd="0" presId="urn:microsoft.com/office/officeart/2005/8/layout/lProcess2"/>
    <dgm:cxn modelId="{73D92153-8F51-4ADB-BAA3-5BBBD1D6E1C2}" type="presParOf" srcId="{FE1DF360-D8B1-475B-B277-636CD7CE3174}" destId="{E4A245B6-1E54-485F-B5EA-F499E07EB98B}" srcOrd="1" destOrd="0" presId="urn:microsoft.com/office/officeart/2005/8/layout/lProcess2"/>
    <dgm:cxn modelId="{D6656336-ACB1-4AFD-8BD6-D0EFE505C0A2}" type="presParOf" srcId="{FE1DF360-D8B1-475B-B277-636CD7CE3174}" destId="{D05BBA38-65C8-4233-8E51-01940C2BFFD5}" srcOrd="2" destOrd="0" presId="urn:microsoft.com/office/officeart/2005/8/layout/lProcess2"/>
    <dgm:cxn modelId="{9716C17D-DB72-46DD-9633-1038B5381F15}" type="presParOf" srcId="{FE1DF360-D8B1-475B-B277-636CD7CE3174}" destId="{9C816EA8-88EC-4733-94AC-B5BE65E170C2}" srcOrd="3" destOrd="0" presId="urn:microsoft.com/office/officeart/2005/8/layout/lProcess2"/>
    <dgm:cxn modelId="{A702E3F5-6BF2-47DB-A327-873005D1D7A1}" type="presParOf" srcId="{FE1DF360-D8B1-475B-B277-636CD7CE3174}" destId="{DE6E35A5-76D5-4290-8D3B-92FF9B65DEE2}" srcOrd="4" destOrd="0" presId="urn:microsoft.com/office/officeart/2005/8/layout/lProcess2"/>
    <dgm:cxn modelId="{C8B41FD9-C0B6-47F8-ABA2-DBD97A246493}" type="presParOf" srcId="{F6FF3220-B1E5-4C8C-9C8D-81BAEB3E6249}" destId="{C4E0B19A-1EE7-48D0-96AC-29D018ECC35E}" srcOrd="7" destOrd="0" presId="urn:microsoft.com/office/officeart/2005/8/layout/lProcess2"/>
    <dgm:cxn modelId="{6A9746DB-2703-4822-9704-45D066D2215F}" type="presParOf" srcId="{F6FF3220-B1E5-4C8C-9C8D-81BAEB3E6249}" destId="{4C968ED7-AA0F-42A1-B2BB-0C8CC8014071}" srcOrd="8" destOrd="0" presId="urn:microsoft.com/office/officeart/2005/8/layout/lProcess2"/>
    <dgm:cxn modelId="{66CED4D1-2A31-42BE-BBC4-5169ABE7453F}" type="presParOf" srcId="{4C968ED7-AA0F-42A1-B2BB-0C8CC8014071}" destId="{F20F3780-7B93-4CDB-A23E-89B0209DC090}" srcOrd="0" destOrd="0" presId="urn:microsoft.com/office/officeart/2005/8/layout/lProcess2"/>
    <dgm:cxn modelId="{88524763-2E55-43A2-86C1-83BE0B2209E1}" type="presParOf" srcId="{4C968ED7-AA0F-42A1-B2BB-0C8CC8014071}" destId="{DF82F60A-E2F5-4725-91AF-EF5F0474035C}" srcOrd="1" destOrd="0" presId="urn:microsoft.com/office/officeart/2005/8/layout/lProcess2"/>
    <dgm:cxn modelId="{97D4C4CF-C33B-446F-8CD8-FA9460E16633}" type="presParOf" srcId="{4C968ED7-AA0F-42A1-B2BB-0C8CC8014071}" destId="{44B789D9-C5AB-4036-AD7E-E83B1FE6137C}" srcOrd="2" destOrd="0" presId="urn:microsoft.com/office/officeart/2005/8/layout/lProcess2"/>
    <dgm:cxn modelId="{29E8BF3F-39F0-4085-A897-2F196053B3E6}" type="presParOf" srcId="{44B789D9-C5AB-4036-AD7E-E83B1FE6137C}" destId="{995C8AEC-4A9F-410D-9A7F-240305B14202}" srcOrd="0" destOrd="0" presId="urn:microsoft.com/office/officeart/2005/8/layout/lProcess2"/>
    <dgm:cxn modelId="{FA24DCA2-7690-49E8-A534-E4D214054AC9}" type="presParOf" srcId="{995C8AEC-4A9F-410D-9A7F-240305B14202}" destId="{3E092349-9E88-465D-9A32-B3F4E39AFEE8}" srcOrd="0" destOrd="0" presId="urn:microsoft.com/office/officeart/2005/8/layout/lProcess2"/>
    <dgm:cxn modelId="{161BDCB5-B51E-432D-8A69-12E4A81A16C2}" type="presParOf" srcId="{F6FF3220-B1E5-4C8C-9C8D-81BAEB3E6249}" destId="{F1C243A8-4AA0-4EFB-9DEF-73B9ECD8DF11}" srcOrd="9" destOrd="0" presId="urn:microsoft.com/office/officeart/2005/8/layout/lProcess2"/>
    <dgm:cxn modelId="{CAD2A81F-3DF5-4680-8F21-9AC501E5EEF9}" type="presParOf" srcId="{F6FF3220-B1E5-4C8C-9C8D-81BAEB3E6249}" destId="{1E36C4C7-90CA-4CCA-A0AB-971EA6AB0CF4}" srcOrd="10" destOrd="0" presId="urn:microsoft.com/office/officeart/2005/8/layout/lProcess2"/>
    <dgm:cxn modelId="{08C6628B-176E-4385-966B-784AF2B54A8C}" type="presParOf" srcId="{1E36C4C7-90CA-4CCA-A0AB-971EA6AB0CF4}" destId="{DF6EC0AC-734E-4F0C-AB62-9C8BD0810C90}" srcOrd="0" destOrd="0" presId="urn:microsoft.com/office/officeart/2005/8/layout/lProcess2"/>
    <dgm:cxn modelId="{1470F3F9-BE94-41A9-8B9D-DBA7CC4CA484}" type="presParOf" srcId="{1E36C4C7-90CA-4CCA-A0AB-971EA6AB0CF4}" destId="{8A5D5260-4ED1-462B-B65A-FA638D88344B}" srcOrd="1" destOrd="0" presId="urn:microsoft.com/office/officeart/2005/8/layout/lProcess2"/>
    <dgm:cxn modelId="{20217455-F435-4E06-86DF-DFE150F7837E}" type="presParOf" srcId="{1E36C4C7-90CA-4CCA-A0AB-971EA6AB0CF4}" destId="{E2484957-9C37-44D0-BD53-78764FCD204D}" srcOrd="2" destOrd="0" presId="urn:microsoft.com/office/officeart/2005/8/layout/lProcess2"/>
    <dgm:cxn modelId="{14E76640-4F08-4E8D-97A2-B6868C3032BB}" type="presParOf" srcId="{E2484957-9C37-44D0-BD53-78764FCD204D}" destId="{59061F96-28D5-46E1-8466-4967BF715B78}" srcOrd="0" destOrd="0" presId="urn:microsoft.com/office/officeart/2005/8/layout/lProcess2"/>
    <dgm:cxn modelId="{A8EBC128-AB5D-4CA7-8058-195418EC60DF}" type="presParOf" srcId="{59061F96-28D5-46E1-8466-4967BF715B78}" destId="{362D3675-D071-411C-A10F-62F3B4992C24}" srcOrd="0" destOrd="0" presId="urn:microsoft.com/office/officeart/2005/8/layout/lProcess2"/>
    <dgm:cxn modelId="{9AA9B9A2-8A84-4715-8D21-7A9A4307DB9A}" type="presParOf" srcId="{59061F96-28D5-46E1-8466-4967BF715B78}" destId="{81BAA2E3-6C06-4CD6-BE7E-2C13CDD2D1E1}" srcOrd="1" destOrd="0" presId="urn:microsoft.com/office/officeart/2005/8/layout/lProcess2"/>
    <dgm:cxn modelId="{DF784162-75E8-44C6-B4B3-507739A2B6B2}" type="presParOf" srcId="{59061F96-28D5-46E1-8466-4967BF715B78}" destId="{89C93979-EF1C-4415-97DE-A375AE625F53}" srcOrd="2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BC8B0C-71E2-4CB1-B11D-90FDD52C6E60}">
      <dsp:nvSpPr>
        <dsp:cNvPr id="0" name=""/>
        <dsp:cNvSpPr/>
      </dsp:nvSpPr>
      <dsp:spPr>
        <a:xfrm>
          <a:off x="0" y="0"/>
          <a:ext cx="11416665" cy="1169334"/>
        </a:xfrm>
        <a:prstGeom prst="roundRect">
          <a:avLst>
            <a:gd name="adj" fmla="val 10000"/>
          </a:avLst>
        </a:prstGeom>
        <a:solidFill>
          <a:schemeClr val="accent5">
            <a:lumMod val="60000"/>
            <a:lumOff val="4000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000" b="1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400266" y="0"/>
        <a:ext cx="9016398" cy="1169334"/>
      </dsp:txXfrm>
    </dsp:sp>
    <dsp:sp modelId="{F277230A-830C-4266-A129-3380E9182DD4}">
      <dsp:nvSpPr>
        <dsp:cNvPr id="0" name=""/>
        <dsp:cNvSpPr/>
      </dsp:nvSpPr>
      <dsp:spPr>
        <a:xfrm>
          <a:off x="114102" y="138683"/>
          <a:ext cx="1744968" cy="935467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2"/>
              </a:ext>
            </a:extLst>
          </a:blip>
          <a:srcRect/>
          <a:stretch>
            <a:fillRect t="-12000" b="-12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05567C-B595-46A2-813C-94C17BC11169}">
      <dsp:nvSpPr>
        <dsp:cNvPr id="0" name=""/>
        <dsp:cNvSpPr/>
      </dsp:nvSpPr>
      <dsp:spPr>
        <a:xfrm>
          <a:off x="0" y="1286267"/>
          <a:ext cx="11416665" cy="1358626"/>
        </a:xfrm>
        <a:prstGeom prst="roundRect">
          <a:avLst>
            <a:gd name="adj" fmla="val 10000"/>
          </a:avLst>
        </a:prstGeom>
        <a:solidFill>
          <a:schemeClr val="accent5">
            <a:lumMod val="60000"/>
            <a:lumOff val="4000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6220" tIns="236220" rIns="236220" bIns="236220" numCol="1" spcCol="1270" anchor="ctr" anchorCtr="0">
          <a:noAutofit/>
        </a:bodyPr>
        <a:lstStyle/>
        <a:p>
          <a:pPr marL="0" lvl="0" indent="0" algn="l" defTabSz="2755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6200" kern="1200" dirty="0"/>
        </a:p>
      </dsp:txBody>
      <dsp:txXfrm>
        <a:off x="2400266" y="1286267"/>
        <a:ext cx="9016398" cy="1358626"/>
      </dsp:txXfrm>
    </dsp:sp>
    <dsp:sp modelId="{BF22E7F1-E3A8-443A-9039-E6355895D8D4}">
      <dsp:nvSpPr>
        <dsp:cNvPr id="0" name=""/>
        <dsp:cNvSpPr/>
      </dsp:nvSpPr>
      <dsp:spPr>
        <a:xfrm>
          <a:off x="114102" y="1500148"/>
          <a:ext cx="1630436" cy="935467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/>
          <a:stretch>
            <a:fillRect t="-15000" b="-15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DBDA9E-8CAA-4634-AED0-284D64EC942D}">
      <dsp:nvSpPr>
        <dsp:cNvPr id="0" name=""/>
        <dsp:cNvSpPr/>
      </dsp:nvSpPr>
      <dsp:spPr>
        <a:xfrm>
          <a:off x="0" y="2761827"/>
          <a:ext cx="11416665" cy="1169334"/>
        </a:xfrm>
        <a:prstGeom prst="roundRect">
          <a:avLst>
            <a:gd name="adj" fmla="val 10000"/>
          </a:avLst>
        </a:prstGeom>
        <a:solidFill>
          <a:schemeClr val="accent5">
            <a:lumMod val="60000"/>
            <a:lumOff val="4000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5740" tIns="205740" rIns="205740" bIns="205740" numCol="1" spcCol="1270" anchor="ctr" anchorCtr="0">
          <a:noAutofit/>
        </a:bodyPr>
        <a:lstStyle/>
        <a:p>
          <a:pPr marL="0" lvl="0" indent="0" algn="l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400" kern="1200" dirty="0"/>
        </a:p>
      </dsp:txBody>
      <dsp:txXfrm>
        <a:off x="2400266" y="2761827"/>
        <a:ext cx="9016398" cy="1169334"/>
      </dsp:txXfrm>
    </dsp:sp>
    <dsp:sp modelId="{371A6ECD-16EA-479A-8E7A-D8C4C2F20E21}">
      <dsp:nvSpPr>
        <dsp:cNvPr id="0" name=""/>
        <dsp:cNvSpPr/>
      </dsp:nvSpPr>
      <dsp:spPr>
        <a:xfrm>
          <a:off x="142735" y="2887619"/>
          <a:ext cx="1630436" cy="935467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rcRect/>
          <a:stretch>
            <a:fillRect t="-15000" b="-15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33070B-06BD-403C-986A-C1EBDF29ACC5}">
      <dsp:nvSpPr>
        <dsp:cNvPr id="0" name=""/>
        <dsp:cNvSpPr/>
      </dsp:nvSpPr>
      <dsp:spPr>
        <a:xfrm rot="10800000">
          <a:off x="2991169" y="0"/>
          <a:ext cx="10016885" cy="1253432"/>
        </a:xfrm>
        <a:prstGeom prst="homePlate">
          <a:avLst/>
        </a:prstGeom>
        <a:solidFill>
          <a:schemeClr val="accent5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52729" tIns="80010" rIns="149352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100" kern="1200" dirty="0"/>
        </a:p>
      </dsp:txBody>
      <dsp:txXfrm rot="10800000">
        <a:off x="3304527" y="0"/>
        <a:ext cx="9703527" cy="1253432"/>
      </dsp:txXfrm>
    </dsp:sp>
    <dsp:sp modelId="{91C2E223-7501-425D-904C-8C23067F92E9}">
      <dsp:nvSpPr>
        <dsp:cNvPr id="0" name=""/>
        <dsp:cNvSpPr/>
      </dsp:nvSpPr>
      <dsp:spPr>
        <a:xfrm>
          <a:off x="2209691" y="535"/>
          <a:ext cx="1253432" cy="1253432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2"/>
              </a:ext>
            </a:extLst>
          </a:blip>
          <a:srcRect/>
          <a:stretch>
            <a:fillRect l="-25000" r="-25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3C2621-865C-41DB-88A7-408B1523F4A7}">
      <dsp:nvSpPr>
        <dsp:cNvPr id="0" name=""/>
        <dsp:cNvSpPr/>
      </dsp:nvSpPr>
      <dsp:spPr>
        <a:xfrm rot="10800000">
          <a:off x="2600360" y="1567326"/>
          <a:ext cx="10331616" cy="1253432"/>
        </a:xfrm>
        <a:prstGeom prst="homePlate">
          <a:avLst/>
        </a:prstGeom>
        <a:solidFill>
          <a:schemeClr val="accent5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52729" tIns="80010" rIns="149352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1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10800000">
        <a:off x="2913718" y="1567326"/>
        <a:ext cx="10018258" cy="1253432"/>
      </dsp:txXfrm>
    </dsp:sp>
    <dsp:sp modelId="{45691D10-5850-4279-9AC3-E2ACCD6AF2EE}">
      <dsp:nvSpPr>
        <dsp:cNvPr id="0" name=""/>
        <dsp:cNvSpPr/>
      </dsp:nvSpPr>
      <dsp:spPr>
        <a:xfrm>
          <a:off x="2131009" y="1567326"/>
          <a:ext cx="1253432" cy="1253432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/>
          <a:stretch>
            <a:fillRect l="-25000" r="-25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F84A38-DCC5-41AF-9451-A84A073DC5D5}">
      <dsp:nvSpPr>
        <dsp:cNvPr id="0" name=""/>
        <dsp:cNvSpPr/>
      </dsp:nvSpPr>
      <dsp:spPr>
        <a:xfrm rot="10800000">
          <a:off x="2836408" y="3134653"/>
          <a:ext cx="10016885" cy="1253432"/>
        </a:xfrm>
        <a:prstGeom prst="homePlate">
          <a:avLst/>
        </a:prstGeom>
        <a:solidFill>
          <a:schemeClr val="accent5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52729" tIns="80010" rIns="149352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1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10800000">
        <a:off x="3149766" y="3134653"/>
        <a:ext cx="9703527" cy="1253432"/>
      </dsp:txXfrm>
    </dsp:sp>
    <dsp:sp modelId="{E13EF3CB-F397-4C31-A3A6-28B8AE367224}">
      <dsp:nvSpPr>
        <dsp:cNvPr id="0" name=""/>
        <dsp:cNvSpPr/>
      </dsp:nvSpPr>
      <dsp:spPr>
        <a:xfrm>
          <a:off x="2209691" y="3134117"/>
          <a:ext cx="1253432" cy="1253432"/>
        </a:xfrm>
        <a:prstGeom prst="ellipse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E77CB3-CB1C-428A-B50E-3D6DEFF1D6B6}">
      <dsp:nvSpPr>
        <dsp:cNvPr id="0" name=""/>
        <dsp:cNvSpPr/>
      </dsp:nvSpPr>
      <dsp:spPr>
        <a:xfrm>
          <a:off x="2808" y="1161"/>
          <a:ext cx="2737814" cy="8640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PHP</a:t>
          </a:r>
          <a:endParaRPr lang="en-IN" sz="2200" b="1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808" y="1161"/>
        <a:ext cx="2737814" cy="864000"/>
      </dsp:txXfrm>
    </dsp:sp>
    <dsp:sp modelId="{B3FF68DC-3A17-4EFE-AF53-AA9B7B9EEBC9}">
      <dsp:nvSpPr>
        <dsp:cNvPr id="0" name=""/>
        <dsp:cNvSpPr/>
      </dsp:nvSpPr>
      <dsp:spPr>
        <a:xfrm>
          <a:off x="2808" y="865161"/>
          <a:ext cx="2737814" cy="242932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>
              <a:alpha val="9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Handles Server side Logic for hotels, rooms, and booking management</a:t>
          </a:r>
          <a:endParaRPr lang="en-IN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Ensures structured navigation and modular admin workflows</a:t>
          </a:r>
          <a:endParaRPr lang="en-IN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808" y="865161"/>
        <a:ext cx="2737814" cy="2429325"/>
      </dsp:txXfrm>
    </dsp:sp>
    <dsp:sp modelId="{9A89F1A0-37EA-4558-A71C-A4937820A1AD}">
      <dsp:nvSpPr>
        <dsp:cNvPr id="0" name=""/>
        <dsp:cNvSpPr/>
      </dsp:nvSpPr>
      <dsp:spPr>
        <a:xfrm>
          <a:off x="3123917" y="1161"/>
          <a:ext cx="2737814" cy="8640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CRUD Operations</a:t>
          </a:r>
          <a:endParaRPr lang="en-IN" sz="2200" b="1" kern="1200" dirty="0"/>
        </a:p>
      </dsp:txBody>
      <dsp:txXfrm>
        <a:off x="3123917" y="1161"/>
        <a:ext cx="2737814" cy="864000"/>
      </dsp:txXfrm>
    </dsp:sp>
    <dsp:sp modelId="{DCB601CA-EA1B-4863-93FB-5AA5CF06395C}">
      <dsp:nvSpPr>
        <dsp:cNvPr id="0" name=""/>
        <dsp:cNvSpPr/>
      </dsp:nvSpPr>
      <dsp:spPr>
        <a:xfrm>
          <a:off x="3123917" y="865161"/>
          <a:ext cx="2737814" cy="242932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>
              <a:alpha val="9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Admin can Create, Read, Update, Delete entries in all tables
Ensures data integrity and real-time updates in the system</a:t>
          </a:r>
          <a:endParaRPr lang="en-IN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123917" y="865161"/>
        <a:ext cx="2737814" cy="2429325"/>
      </dsp:txXfrm>
    </dsp:sp>
    <dsp:sp modelId="{1D3D9F5A-6297-40F7-A046-69FC6B4C8B93}">
      <dsp:nvSpPr>
        <dsp:cNvPr id="0" name=""/>
        <dsp:cNvSpPr/>
      </dsp:nvSpPr>
      <dsp:spPr>
        <a:xfrm>
          <a:off x="6245026" y="1161"/>
          <a:ext cx="2737814" cy="8640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Admin Authentication</a:t>
          </a:r>
          <a:endParaRPr lang="en-IN" sz="2200" b="1" kern="1200" dirty="0"/>
        </a:p>
      </dsp:txBody>
      <dsp:txXfrm>
        <a:off x="6245026" y="1161"/>
        <a:ext cx="2737814" cy="864000"/>
      </dsp:txXfrm>
    </dsp:sp>
    <dsp:sp modelId="{556E3A85-459A-4442-A476-8D6BF55B0B02}">
      <dsp:nvSpPr>
        <dsp:cNvPr id="0" name=""/>
        <dsp:cNvSpPr/>
      </dsp:nvSpPr>
      <dsp:spPr>
        <a:xfrm>
          <a:off x="6245026" y="865161"/>
          <a:ext cx="2737814" cy="242932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>
              <a:alpha val="9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Secure login maintains admin session across pages
</a:t>
          </a: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Prevents unauthorized access to admin-only operations</a:t>
          </a:r>
          <a:endParaRPr lang="en-IN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245026" y="865161"/>
        <a:ext cx="2737814" cy="242932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E77CB3-CB1C-428A-B50E-3D6DEFF1D6B6}">
      <dsp:nvSpPr>
        <dsp:cNvPr id="0" name=""/>
        <dsp:cNvSpPr/>
      </dsp:nvSpPr>
      <dsp:spPr>
        <a:xfrm>
          <a:off x="33" y="5947"/>
          <a:ext cx="3252211" cy="11232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Table</a:t>
          </a:r>
          <a:r>
            <a:rPr lang="en-US" sz="2200" b="1" kern="1200" baseline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Wise Data Management (MYSQL)</a:t>
          </a:r>
          <a:endParaRPr lang="en-IN" sz="2200" b="1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3" y="5947"/>
        <a:ext cx="3252211" cy="1123200"/>
      </dsp:txXfrm>
    </dsp:sp>
    <dsp:sp modelId="{B3FF68DC-3A17-4EFE-AF53-AA9B7B9EEBC9}">
      <dsp:nvSpPr>
        <dsp:cNvPr id="0" name=""/>
        <dsp:cNvSpPr/>
      </dsp:nvSpPr>
      <dsp:spPr>
        <a:xfrm>
          <a:off x="33" y="1129147"/>
          <a:ext cx="3252211" cy="171288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>
              <a:alpha val="9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Separate tables for hotels, rooms, bookings, customers</a:t>
          </a:r>
          <a:endParaRPr lang="en-IN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Ensures organized storage and easy relational queries</a:t>
          </a:r>
          <a:endParaRPr lang="en-IN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3" y="1129147"/>
        <a:ext cx="3252211" cy="1712880"/>
      </dsp:txXfrm>
    </dsp:sp>
    <dsp:sp modelId="{9A89F1A0-37EA-4558-A71C-A4937820A1AD}">
      <dsp:nvSpPr>
        <dsp:cNvPr id="0" name=""/>
        <dsp:cNvSpPr/>
      </dsp:nvSpPr>
      <dsp:spPr>
        <a:xfrm>
          <a:off x="3707554" y="5947"/>
          <a:ext cx="3252211" cy="11232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>
              <a:solidFill>
                <a:schemeClr val="tx1"/>
              </a:solidFill>
            </a:rPr>
            <a:t>Backend</a:t>
          </a:r>
          <a:r>
            <a:rPr lang="en-US" sz="2200" b="1" kern="1200" baseline="0" dirty="0">
              <a:solidFill>
                <a:schemeClr val="tx1"/>
              </a:solidFill>
            </a:rPr>
            <a:t> Validation &amp; Error Handling</a:t>
          </a:r>
          <a:endParaRPr lang="en-IN" sz="2200" b="1" kern="1200" dirty="0">
            <a:solidFill>
              <a:schemeClr val="tx1"/>
            </a:solidFill>
          </a:endParaRPr>
        </a:p>
      </dsp:txBody>
      <dsp:txXfrm>
        <a:off x="3707554" y="5947"/>
        <a:ext cx="3252211" cy="1123200"/>
      </dsp:txXfrm>
    </dsp:sp>
    <dsp:sp modelId="{DCB601CA-EA1B-4863-93FB-5AA5CF06395C}">
      <dsp:nvSpPr>
        <dsp:cNvPr id="0" name=""/>
        <dsp:cNvSpPr/>
      </dsp:nvSpPr>
      <dsp:spPr>
        <a:xfrm>
          <a:off x="3707554" y="1129147"/>
          <a:ext cx="3252211" cy="171288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>
              <a:alpha val="9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Prevents duplicate entries, missing fields, or invalid operations
Maintains cleanliness and accuracy of the database</a:t>
          </a:r>
          <a:endParaRPr lang="en-IN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707554" y="1129147"/>
        <a:ext cx="3252211" cy="171288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E77CB3-CB1C-428A-B50E-3D6DEFF1D6B6}">
      <dsp:nvSpPr>
        <dsp:cNvPr id="0" name=""/>
        <dsp:cNvSpPr/>
      </dsp:nvSpPr>
      <dsp:spPr>
        <a:xfrm>
          <a:off x="2808" y="1161"/>
          <a:ext cx="2737814" cy="8640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PHP</a:t>
          </a:r>
          <a:endParaRPr lang="en-IN" sz="2200" b="1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808" y="1161"/>
        <a:ext cx="2737814" cy="864000"/>
      </dsp:txXfrm>
    </dsp:sp>
    <dsp:sp modelId="{B3FF68DC-3A17-4EFE-AF53-AA9B7B9EEBC9}">
      <dsp:nvSpPr>
        <dsp:cNvPr id="0" name=""/>
        <dsp:cNvSpPr/>
      </dsp:nvSpPr>
      <dsp:spPr>
        <a:xfrm>
          <a:off x="2808" y="865161"/>
          <a:ext cx="2737814" cy="242932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>
              <a:alpha val="9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Displays cities, hotels, rooms Dynamically from the database</a:t>
          </a:r>
          <a:endParaRPr lang="en-IN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Handles booking form submission and stores bookings securely</a:t>
          </a:r>
          <a:endParaRPr lang="en-IN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808" y="865161"/>
        <a:ext cx="2737814" cy="2429325"/>
      </dsp:txXfrm>
    </dsp:sp>
    <dsp:sp modelId="{9A89F1A0-37EA-4558-A71C-A4937820A1AD}">
      <dsp:nvSpPr>
        <dsp:cNvPr id="0" name=""/>
        <dsp:cNvSpPr/>
      </dsp:nvSpPr>
      <dsp:spPr>
        <a:xfrm>
          <a:off x="3123917" y="1161"/>
          <a:ext cx="2737814" cy="8640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>
              <a:solidFill>
                <a:schemeClr val="tx1"/>
              </a:solidFill>
            </a:rPr>
            <a:t>MYSQL</a:t>
          </a:r>
          <a:r>
            <a:rPr lang="en-US" sz="2200" b="1" kern="1200" baseline="0" dirty="0">
              <a:solidFill>
                <a:schemeClr val="tx1"/>
              </a:solidFill>
            </a:rPr>
            <a:t> for database Storage</a:t>
          </a:r>
          <a:endParaRPr lang="en-IN" sz="2200" b="1" kern="1200" dirty="0">
            <a:solidFill>
              <a:schemeClr val="tx1"/>
            </a:solidFill>
          </a:endParaRPr>
        </a:p>
      </dsp:txBody>
      <dsp:txXfrm>
        <a:off x="3123917" y="1161"/>
        <a:ext cx="2737814" cy="864000"/>
      </dsp:txXfrm>
    </dsp:sp>
    <dsp:sp modelId="{DCB601CA-EA1B-4863-93FB-5AA5CF06395C}">
      <dsp:nvSpPr>
        <dsp:cNvPr id="0" name=""/>
        <dsp:cNvSpPr/>
      </dsp:nvSpPr>
      <dsp:spPr>
        <a:xfrm>
          <a:off x="3123917" y="865161"/>
          <a:ext cx="2737814" cy="242932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>
              <a:alpha val="9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Stores user Account, hotels details, room data, and bookings.</a:t>
          </a: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
Ensures smooth retrieval using optimized SELECT queries.</a:t>
          </a:r>
          <a:endParaRPr lang="en-IN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123917" y="865161"/>
        <a:ext cx="2737814" cy="2429325"/>
      </dsp:txXfrm>
    </dsp:sp>
    <dsp:sp modelId="{1D3D9F5A-6297-40F7-A046-69FC6B4C8B93}">
      <dsp:nvSpPr>
        <dsp:cNvPr id="0" name=""/>
        <dsp:cNvSpPr/>
      </dsp:nvSpPr>
      <dsp:spPr>
        <a:xfrm>
          <a:off x="6245026" y="1161"/>
          <a:ext cx="2737814" cy="8640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>
              <a:solidFill>
                <a:schemeClr val="tx1"/>
              </a:solidFill>
            </a:rPr>
            <a:t>HTML/CSS/ Bootstrap</a:t>
          </a:r>
          <a:endParaRPr lang="en-IN" sz="2200" b="1" kern="1200" dirty="0">
            <a:solidFill>
              <a:schemeClr val="tx1"/>
            </a:solidFill>
          </a:endParaRPr>
        </a:p>
      </dsp:txBody>
      <dsp:txXfrm>
        <a:off x="6245026" y="1161"/>
        <a:ext cx="2737814" cy="864000"/>
      </dsp:txXfrm>
    </dsp:sp>
    <dsp:sp modelId="{556E3A85-459A-4442-A476-8D6BF55B0B02}">
      <dsp:nvSpPr>
        <dsp:cNvPr id="0" name=""/>
        <dsp:cNvSpPr/>
      </dsp:nvSpPr>
      <dsp:spPr>
        <a:xfrm>
          <a:off x="6245026" y="865161"/>
          <a:ext cx="2737814" cy="242932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>
              <a:alpha val="9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Provides responsive, user-friendly layout on all devices.</a:t>
          </a:r>
          <a:r>
            <a:rPr lang="en-IN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
</a:t>
          </a: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Enhances user experience with clean components like cards and forms.</a:t>
          </a:r>
          <a:endParaRPr lang="en-IN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245026" y="865161"/>
        <a:ext cx="2737814" cy="242932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E77CB3-CB1C-428A-B50E-3D6DEFF1D6B6}">
      <dsp:nvSpPr>
        <dsp:cNvPr id="0" name=""/>
        <dsp:cNvSpPr/>
      </dsp:nvSpPr>
      <dsp:spPr>
        <a:xfrm>
          <a:off x="35" y="18907"/>
          <a:ext cx="3417589" cy="9216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Sessions for authentication</a:t>
          </a:r>
        </a:p>
      </dsp:txBody>
      <dsp:txXfrm>
        <a:off x="35" y="18907"/>
        <a:ext cx="3417589" cy="921600"/>
      </dsp:txXfrm>
    </dsp:sp>
    <dsp:sp modelId="{B3FF68DC-3A17-4EFE-AF53-AA9B7B9EEBC9}">
      <dsp:nvSpPr>
        <dsp:cNvPr id="0" name=""/>
        <dsp:cNvSpPr/>
      </dsp:nvSpPr>
      <dsp:spPr>
        <a:xfrm>
          <a:off x="35" y="940507"/>
          <a:ext cx="3417589" cy="188856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>
              <a:alpha val="9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Keeps</a:t>
          </a:r>
          <a:r>
            <a:rPr lang="en-US" sz="200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 the user Logged in across pages like Home, Book Room, My bookings.</a:t>
          </a:r>
          <a:endParaRPr lang="en-IN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Ensures Personalized experience and secure access</a:t>
          </a:r>
          <a:endParaRPr lang="en-IN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5" y="940507"/>
        <a:ext cx="3417589" cy="1888560"/>
      </dsp:txXfrm>
    </dsp:sp>
    <dsp:sp modelId="{9A89F1A0-37EA-4558-A71C-A4937820A1AD}">
      <dsp:nvSpPr>
        <dsp:cNvPr id="0" name=""/>
        <dsp:cNvSpPr/>
      </dsp:nvSpPr>
      <dsp:spPr>
        <a:xfrm>
          <a:off x="3896087" y="18907"/>
          <a:ext cx="3417589" cy="9216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b="1" kern="1200" dirty="0">
              <a:solidFill>
                <a:schemeClr val="tx1"/>
              </a:solidFill>
            </a:rPr>
            <a:t>SQL queries for data retrieval &amp; booking logic</a:t>
          </a:r>
        </a:p>
      </dsp:txBody>
      <dsp:txXfrm>
        <a:off x="3896087" y="18907"/>
        <a:ext cx="3417589" cy="921600"/>
      </dsp:txXfrm>
    </dsp:sp>
    <dsp:sp modelId="{DCB601CA-EA1B-4863-93FB-5AA5CF06395C}">
      <dsp:nvSpPr>
        <dsp:cNvPr id="0" name=""/>
        <dsp:cNvSpPr/>
      </dsp:nvSpPr>
      <dsp:spPr>
        <a:xfrm>
          <a:off x="3896087" y="940507"/>
          <a:ext cx="3417589" cy="188856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>
              <a:alpha val="9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Fetches hotels based on selected city, room availability, and pricing.
Prevents double booking by checking room status before confirming.</a:t>
          </a:r>
          <a:endParaRPr lang="en-IN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896087" y="940507"/>
        <a:ext cx="3417589" cy="188856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11A448-E269-4544-ADAD-A2C1A13CF978}">
      <dsp:nvSpPr>
        <dsp:cNvPr id="0" name=""/>
        <dsp:cNvSpPr/>
      </dsp:nvSpPr>
      <dsp:spPr>
        <a:xfrm>
          <a:off x="2178" y="786064"/>
          <a:ext cx="3365499" cy="114207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0" bIns="228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Frontend</a:t>
          </a:r>
          <a:endParaRPr lang="en-IN" sz="3600" b="1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73216" y="786064"/>
        <a:ext cx="2223424" cy="1142075"/>
      </dsp:txXfrm>
    </dsp:sp>
    <dsp:sp modelId="{630B763E-77E8-4B55-9E45-D5536DCA88E7}">
      <dsp:nvSpPr>
        <dsp:cNvPr id="0" name=""/>
        <dsp:cNvSpPr/>
      </dsp:nvSpPr>
      <dsp:spPr>
        <a:xfrm>
          <a:off x="2930163" y="798429"/>
          <a:ext cx="2793365" cy="1117346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>
              <a:alpha val="9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12065" rIns="0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HTML5, CSS3, Bootstrap5</a:t>
          </a:r>
          <a:endParaRPr lang="en-IN" sz="1900" kern="1200" dirty="0"/>
        </a:p>
      </dsp:txBody>
      <dsp:txXfrm>
        <a:off x="3488836" y="798429"/>
        <a:ext cx="1676019" cy="1117346"/>
      </dsp:txXfrm>
    </dsp:sp>
    <dsp:sp modelId="{6B6B5086-DE6B-4D32-A070-6AFFCF89D3BC}">
      <dsp:nvSpPr>
        <dsp:cNvPr id="0" name=""/>
        <dsp:cNvSpPr/>
      </dsp:nvSpPr>
      <dsp:spPr>
        <a:xfrm>
          <a:off x="5332456" y="798429"/>
          <a:ext cx="2793365" cy="1117346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>
              <a:alpha val="9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12065" rIns="0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Responsive Card Layouts for hotels &amp; rooms</a:t>
          </a:r>
          <a:endParaRPr lang="en-IN" sz="1900" kern="1200" dirty="0"/>
        </a:p>
      </dsp:txBody>
      <dsp:txXfrm>
        <a:off x="5891129" y="798429"/>
        <a:ext cx="1676019" cy="1117346"/>
      </dsp:txXfrm>
    </dsp:sp>
    <dsp:sp modelId="{CF235C3A-07E8-45A8-A623-EC3C415EE0E0}">
      <dsp:nvSpPr>
        <dsp:cNvPr id="0" name=""/>
        <dsp:cNvSpPr/>
      </dsp:nvSpPr>
      <dsp:spPr>
        <a:xfrm>
          <a:off x="2178" y="2116608"/>
          <a:ext cx="3365499" cy="114735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0" bIns="228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Backend</a:t>
          </a:r>
          <a:endParaRPr lang="en-IN" sz="3600" b="1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75854" y="2116608"/>
        <a:ext cx="2218147" cy="1147352"/>
      </dsp:txXfrm>
    </dsp:sp>
    <dsp:sp modelId="{BCFF058A-4AC4-4971-A271-D3A16EEE2530}">
      <dsp:nvSpPr>
        <dsp:cNvPr id="0" name=""/>
        <dsp:cNvSpPr/>
      </dsp:nvSpPr>
      <dsp:spPr>
        <a:xfrm>
          <a:off x="2930163" y="2131611"/>
          <a:ext cx="2793365" cy="1117346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>
              <a:alpha val="9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12065" rIns="0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Core PHP for Business Logic, MYSQL</a:t>
          </a:r>
          <a:endParaRPr lang="en-IN" sz="1900" kern="1200" dirty="0"/>
        </a:p>
      </dsp:txBody>
      <dsp:txXfrm>
        <a:off x="3488836" y="2131611"/>
        <a:ext cx="1676019" cy="1117346"/>
      </dsp:txXfrm>
    </dsp:sp>
    <dsp:sp modelId="{4B25C6A5-0257-405C-8885-EFA1489A9B9F}">
      <dsp:nvSpPr>
        <dsp:cNvPr id="0" name=""/>
        <dsp:cNvSpPr/>
      </dsp:nvSpPr>
      <dsp:spPr>
        <a:xfrm>
          <a:off x="5332456" y="2131611"/>
          <a:ext cx="2793365" cy="1117346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>
              <a:alpha val="9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12065" rIns="0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SQL JOIN Queries for room hotel mapping </a:t>
          </a:r>
          <a:endParaRPr lang="en-IN" sz="1900" kern="1200" dirty="0"/>
        </a:p>
      </dsp:txBody>
      <dsp:txXfrm>
        <a:off x="5891129" y="2131611"/>
        <a:ext cx="1676019" cy="1117346"/>
      </dsp:txXfrm>
    </dsp:sp>
    <dsp:sp modelId="{A1AC4DEE-2AFC-4E12-A178-B00B8CD41EE0}">
      <dsp:nvSpPr>
        <dsp:cNvPr id="0" name=""/>
        <dsp:cNvSpPr/>
      </dsp:nvSpPr>
      <dsp:spPr>
        <a:xfrm>
          <a:off x="2178" y="3452429"/>
          <a:ext cx="3365499" cy="118017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0" bIns="228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Server</a:t>
          </a:r>
          <a:endParaRPr lang="en-IN" sz="3600" b="1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92265" y="3452429"/>
        <a:ext cx="2185326" cy="1180173"/>
      </dsp:txXfrm>
    </dsp:sp>
    <dsp:sp modelId="{1E1A12A9-A818-4807-8F10-165FFC766CA4}">
      <dsp:nvSpPr>
        <dsp:cNvPr id="0" name=""/>
        <dsp:cNvSpPr/>
      </dsp:nvSpPr>
      <dsp:spPr>
        <a:xfrm>
          <a:off x="2930163" y="3483842"/>
          <a:ext cx="2793365" cy="1117346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>
              <a:alpha val="9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12065" rIns="0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XAMPP (Apache + MYSQL)</a:t>
          </a:r>
          <a:endParaRPr lang="en-IN" sz="1900" kern="1200" dirty="0"/>
        </a:p>
      </dsp:txBody>
      <dsp:txXfrm>
        <a:off x="3488836" y="3483842"/>
        <a:ext cx="1676019" cy="1117346"/>
      </dsp:txXfrm>
    </dsp:sp>
    <dsp:sp modelId="{7FBB2916-80DC-41A5-BC45-DB7629952C0F}">
      <dsp:nvSpPr>
        <dsp:cNvPr id="0" name=""/>
        <dsp:cNvSpPr/>
      </dsp:nvSpPr>
      <dsp:spPr>
        <a:xfrm>
          <a:off x="5332456" y="3483842"/>
          <a:ext cx="2793365" cy="1117346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>
              <a:alpha val="9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12065" rIns="0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Browser</a:t>
          </a:r>
          <a:r>
            <a:rPr lang="en-US" sz="1900" kern="1200" baseline="0" dirty="0"/>
            <a:t> based UI testing</a:t>
          </a:r>
          <a:endParaRPr lang="en-IN" sz="1900" kern="1200" dirty="0"/>
        </a:p>
      </dsp:txBody>
      <dsp:txXfrm>
        <a:off x="5891129" y="3483842"/>
        <a:ext cx="1676019" cy="1117346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8B02DB-2DB2-4151-A75D-12F72E73C526}">
      <dsp:nvSpPr>
        <dsp:cNvPr id="0" name=""/>
        <dsp:cNvSpPr/>
      </dsp:nvSpPr>
      <dsp:spPr>
        <a:xfrm>
          <a:off x="4171" y="0"/>
          <a:ext cx="1648197" cy="435133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b="1" kern="1200"/>
            <a:t>Techniques Used</a:t>
          </a:r>
          <a:endParaRPr lang="en-IN" sz="2300" kern="1200"/>
        </a:p>
      </dsp:txBody>
      <dsp:txXfrm>
        <a:off x="4171" y="0"/>
        <a:ext cx="1648197" cy="1305401"/>
      </dsp:txXfrm>
    </dsp:sp>
    <dsp:sp modelId="{BB43DAF2-474F-4706-AE77-952F9D498F00}">
      <dsp:nvSpPr>
        <dsp:cNvPr id="0" name=""/>
        <dsp:cNvSpPr/>
      </dsp:nvSpPr>
      <dsp:spPr>
        <a:xfrm>
          <a:off x="1775983" y="0"/>
          <a:ext cx="1648197" cy="435133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b="1" kern="1200"/>
            <a:t>PHP</a:t>
          </a:r>
          <a:endParaRPr lang="en-IN" sz="2300" kern="1200"/>
        </a:p>
      </dsp:txBody>
      <dsp:txXfrm>
        <a:off x="1775983" y="0"/>
        <a:ext cx="1648197" cy="1305401"/>
      </dsp:txXfrm>
    </dsp:sp>
    <dsp:sp modelId="{C8021007-DC22-4A8D-99CF-D54FAD51BA83}">
      <dsp:nvSpPr>
        <dsp:cNvPr id="0" name=""/>
        <dsp:cNvSpPr/>
      </dsp:nvSpPr>
      <dsp:spPr>
        <a:xfrm>
          <a:off x="1940803" y="1305773"/>
          <a:ext cx="1318557" cy="85486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/>
            <a:t>Processes payment requests and booking information. </a:t>
          </a:r>
        </a:p>
      </dsp:txBody>
      <dsp:txXfrm>
        <a:off x="1965841" y="1330811"/>
        <a:ext cx="1268481" cy="804787"/>
      </dsp:txXfrm>
    </dsp:sp>
    <dsp:sp modelId="{B1687EFA-3E3E-4169-B7FE-B4E29D66B096}">
      <dsp:nvSpPr>
        <dsp:cNvPr id="0" name=""/>
        <dsp:cNvSpPr/>
      </dsp:nvSpPr>
      <dsp:spPr>
        <a:xfrm>
          <a:off x="1940803" y="2292154"/>
          <a:ext cx="1318557" cy="85486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/>
            <a:t>Calculates the final payable amount. </a:t>
          </a:r>
        </a:p>
      </dsp:txBody>
      <dsp:txXfrm>
        <a:off x="1965841" y="2317192"/>
        <a:ext cx="1268481" cy="804787"/>
      </dsp:txXfrm>
    </dsp:sp>
    <dsp:sp modelId="{3516E06B-A5C4-48CB-A1B2-DED06F9500D0}">
      <dsp:nvSpPr>
        <dsp:cNvPr id="0" name=""/>
        <dsp:cNvSpPr/>
      </dsp:nvSpPr>
      <dsp:spPr>
        <a:xfrm>
          <a:off x="1940803" y="3278535"/>
          <a:ext cx="1318557" cy="85486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/>
            <a:t>Updates payment status after successful processing. </a:t>
          </a:r>
        </a:p>
      </dsp:txBody>
      <dsp:txXfrm>
        <a:off x="1965841" y="3303573"/>
        <a:ext cx="1268481" cy="804787"/>
      </dsp:txXfrm>
    </dsp:sp>
    <dsp:sp modelId="{8B027E84-91C0-47F8-875A-A1EEF453D5BF}">
      <dsp:nvSpPr>
        <dsp:cNvPr id="0" name=""/>
        <dsp:cNvSpPr/>
      </dsp:nvSpPr>
      <dsp:spPr>
        <a:xfrm>
          <a:off x="3547795" y="0"/>
          <a:ext cx="1648197" cy="435133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b="1" kern="1200"/>
            <a:t>MySQL</a:t>
          </a:r>
          <a:endParaRPr lang="en-IN" sz="2300" kern="1200"/>
        </a:p>
      </dsp:txBody>
      <dsp:txXfrm>
        <a:off x="3547795" y="0"/>
        <a:ext cx="1648197" cy="1305401"/>
      </dsp:txXfrm>
    </dsp:sp>
    <dsp:sp modelId="{D6FE1EF3-1D3A-47E4-B238-E75458C9B459}">
      <dsp:nvSpPr>
        <dsp:cNvPr id="0" name=""/>
        <dsp:cNvSpPr/>
      </dsp:nvSpPr>
      <dsp:spPr>
        <a:xfrm>
          <a:off x="3712615" y="1306676"/>
          <a:ext cx="1318557" cy="131198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/>
            <a:t>Stores booking ID, customer details, amount and payment status. </a:t>
          </a:r>
        </a:p>
      </dsp:txBody>
      <dsp:txXfrm>
        <a:off x="3751042" y="1345103"/>
        <a:ext cx="1241703" cy="1235133"/>
      </dsp:txXfrm>
    </dsp:sp>
    <dsp:sp modelId="{105CD855-C206-498A-8076-CA214BB4C296}">
      <dsp:nvSpPr>
        <dsp:cNvPr id="0" name=""/>
        <dsp:cNvSpPr/>
      </dsp:nvSpPr>
      <dsp:spPr>
        <a:xfrm>
          <a:off x="3712615" y="2820508"/>
          <a:ext cx="1318557" cy="131198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/>
            <a:t>Maintains payment records for billing and verification. </a:t>
          </a:r>
        </a:p>
      </dsp:txBody>
      <dsp:txXfrm>
        <a:off x="3751042" y="2858935"/>
        <a:ext cx="1241703" cy="1235133"/>
      </dsp:txXfrm>
    </dsp:sp>
    <dsp:sp modelId="{56A4A7DB-0F37-4F37-BF9E-7342BF7B4403}">
      <dsp:nvSpPr>
        <dsp:cNvPr id="0" name=""/>
        <dsp:cNvSpPr/>
      </dsp:nvSpPr>
      <dsp:spPr>
        <a:xfrm>
          <a:off x="5319607" y="0"/>
          <a:ext cx="1648197" cy="435133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b="1" kern="1200"/>
            <a:t>Payment Validation</a:t>
          </a:r>
          <a:endParaRPr lang="en-IN" sz="2300" kern="1200"/>
        </a:p>
      </dsp:txBody>
      <dsp:txXfrm>
        <a:off x="5319607" y="0"/>
        <a:ext cx="1648197" cy="1305401"/>
      </dsp:txXfrm>
    </dsp:sp>
    <dsp:sp modelId="{8354647C-ECFE-42A9-9A0D-77B409576793}">
      <dsp:nvSpPr>
        <dsp:cNvPr id="0" name=""/>
        <dsp:cNvSpPr/>
      </dsp:nvSpPr>
      <dsp:spPr>
        <a:xfrm>
          <a:off x="5484427" y="1305773"/>
          <a:ext cx="1318557" cy="85486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/>
            <a:t>Checks booking details before payment. </a:t>
          </a:r>
        </a:p>
      </dsp:txBody>
      <dsp:txXfrm>
        <a:off x="5509465" y="1330811"/>
        <a:ext cx="1268481" cy="804787"/>
      </dsp:txXfrm>
    </dsp:sp>
    <dsp:sp modelId="{D05BBA38-65C8-4233-8E51-01940C2BFFD5}">
      <dsp:nvSpPr>
        <dsp:cNvPr id="0" name=""/>
        <dsp:cNvSpPr/>
      </dsp:nvSpPr>
      <dsp:spPr>
        <a:xfrm>
          <a:off x="5484427" y="2292154"/>
          <a:ext cx="1318557" cy="85486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/>
            <a:t>Prevents invalid or duplicate payment records. </a:t>
          </a:r>
        </a:p>
      </dsp:txBody>
      <dsp:txXfrm>
        <a:off x="5509465" y="2317192"/>
        <a:ext cx="1268481" cy="804787"/>
      </dsp:txXfrm>
    </dsp:sp>
    <dsp:sp modelId="{DE6E35A5-76D5-4290-8D3B-92FF9B65DEE2}">
      <dsp:nvSpPr>
        <dsp:cNvPr id="0" name=""/>
        <dsp:cNvSpPr/>
      </dsp:nvSpPr>
      <dsp:spPr>
        <a:xfrm>
          <a:off x="5484427" y="3278535"/>
          <a:ext cx="1318557" cy="85486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/>
            <a:t>Confirms that the selected room is associated with the booking. </a:t>
          </a:r>
        </a:p>
      </dsp:txBody>
      <dsp:txXfrm>
        <a:off x="5509465" y="3303573"/>
        <a:ext cx="1268481" cy="804787"/>
      </dsp:txXfrm>
    </dsp:sp>
    <dsp:sp modelId="{F20F3780-7B93-4CDB-A23E-89B0209DC090}">
      <dsp:nvSpPr>
        <dsp:cNvPr id="0" name=""/>
        <dsp:cNvSpPr/>
      </dsp:nvSpPr>
      <dsp:spPr>
        <a:xfrm>
          <a:off x="7091419" y="0"/>
          <a:ext cx="1648197" cy="435133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b="1" kern="1200"/>
            <a:t>Invoice Generation</a:t>
          </a:r>
          <a:endParaRPr lang="en-IN" sz="2300" kern="1200"/>
        </a:p>
      </dsp:txBody>
      <dsp:txXfrm>
        <a:off x="7091419" y="0"/>
        <a:ext cx="1648197" cy="1305401"/>
      </dsp:txXfrm>
    </dsp:sp>
    <dsp:sp modelId="{3E092349-9E88-465D-9A32-B3F4E39AFEE8}">
      <dsp:nvSpPr>
        <dsp:cNvPr id="0" name=""/>
        <dsp:cNvSpPr/>
      </dsp:nvSpPr>
      <dsp:spPr>
        <a:xfrm>
          <a:off x="7256238" y="1305401"/>
          <a:ext cx="1318557" cy="282836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/>
            <a:t>Generates a billing summary containing: 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900" kern="1200"/>
            <a:t>Customer name 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900" kern="1200"/>
            <a:t>Hotel and room details 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900" kern="1200"/>
            <a:t>Check-in and check-out dates 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900" kern="1200"/>
            <a:t>Number of nights 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900" kern="1200"/>
            <a:t>Total amount 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900" kern="1200"/>
            <a:t>Payment status </a:t>
          </a:r>
        </a:p>
      </dsp:txBody>
      <dsp:txXfrm>
        <a:off x="7294857" y="1344020"/>
        <a:ext cx="1241319" cy="2751131"/>
      </dsp:txXfrm>
    </dsp:sp>
    <dsp:sp modelId="{DF6EC0AC-734E-4F0C-AB62-9C8BD0810C90}">
      <dsp:nvSpPr>
        <dsp:cNvPr id="0" name=""/>
        <dsp:cNvSpPr/>
      </dsp:nvSpPr>
      <dsp:spPr>
        <a:xfrm>
          <a:off x="8863231" y="0"/>
          <a:ext cx="1648197" cy="435133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b="1" kern="1200"/>
            <a:t>Email Notification</a:t>
          </a:r>
          <a:endParaRPr lang="en-IN" sz="2300" kern="1200"/>
        </a:p>
      </dsp:txBody>
      <dsp:txXfrm>
        <a:off x="8863231" y="0"/>
        <a:ext cx="1648197" cy="1305401"/>
      </dsp:txXfrm>
    </dsp:sp>
    <dsp:sp modelId="{362D3675-D071-411C-A10F-62F3B4992C24}">
      <dsp:nvSpPr>
        <dsp:cNvPr id="0" name=""/>
        <dsp:cNvSpPr/>
      </dsp:nvSpPr>
      <dsp:spPr>
        <a:xfrm>
          <a:off x="9028050" y="1306676"/>
          <a:ext cx="1318557" cy="131198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/>
            <a:t>Sends booking/payment confirmation to the guest. </a:t>
          </a:r>
        </a:p>
      </dsp:txBody>
      <dsp:txXfrm>
        <a:off x="9066477" y="1345103"/>
        <a:ext cx="1241703" cy="1235133"/>
      </dsp:txXfrm>
    </dsp:sp>
    <dsp:sp modelId="{89C93979-EF1C-4415-97DE-A375AE625F53}">
      <dsp:nvSpPr>
        <dsp:cNvPr id="0" name=""/>
        <dsp:cNvSpPr/>
      </dsp:nvSpPr>
      <dsp:spPr>
        <a:xfrm>
          <a:off x="9028050" y="2820508"/>
          <a:ext cx="1318557" cy="131198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/>
            <a:t>Provides confirmation after successful transaction.</a:t>
          </a:r>
        </a:p>
      </dsp:txBody>
      <dsp:txXfrm>
        <a:off x="9066477" y="2858935"/>
        <a:ext cx="1241703" cy="123513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#4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#5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#6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#7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#8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980332-AD35-4521-AA49-EA4A8204A758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B50267-6745-4084-AEE3-BCDD98FC44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0038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04E6E-C1AD-44F9-9EF0-D879BBC0B9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6C50C2-8C57-4878-9466-6332629A80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B5341-121D-4964-9321-EC3D59B68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0B917-62D1-4FC8-8569-EDC630DDE8EF}" type="datetime1">
              <a:rPr lang="en-US" smtClean="0"/>
              <a:t>9/3/2026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69FD72-B31A-42BE-8D48-A095FB728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CAPSTONE PROJECT 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C89BEC-A79D-4206-8B3F-070A77455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A04F-A5D8-41CD-89E5-325BBB6AC5B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587509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11DFA-7A28-46E9-B80B-5EE12F6F3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891EAE-B405-459B-9729-7F0FC02312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44D7CB-1FD4-4E93-8580-0FCFB41DE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B075E-35BA-4719-8233-15175B4FBD0A}" type="datetime1">
              <a:rPr lang="en-US" smtClean="0"/>
              <a:t>9/3/2026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67D342-5768-416D-AC5C-90BE6B487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CAPSTONE PROJECT 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301A8D-8977-4151-9683-FBAFB2B32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A04F-A5D8-41CD-89E5-325BBB6AC5B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819899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ADDCD-BB9A-4C50-B50A-74C2AFF4E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8836FC-4706-43B5-BD66-85BF3342A6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6001A3-CE26-4831-87D5-72FC4433E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02C0F-3918-4B06-AD64-997600AAB640}" type="datetime1">
              <a:rPr lang="en-US" smtClean="0"/>
              <a:t>9/3/2026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155752-303C-40D9-AF94-3C0F4E17B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CAPSTONE PROJECT 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29F99C-236C-473B-83A9-71094D73D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A04F-A5D8-41CD-89E5-325BBB6AC5B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667069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15AAD-75FB-4C07-80B8-18D03C254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821728-FB48-4B5E-86B3-5DBF4EED58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FF609F-592B-40E9-9280-2EC80538D6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CFA4ED-5F3C-4163-85B9-4CC6ECB2F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CBE06-C7F7-4DB0-B51B-8A5047F19F41}" type="datetime1">
              <a:rPr lang="en-US" smtClean="0"/>
              <a:t>9/3/2026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CE0CDC-3E87-4C3D-BB63-40E0EB975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CAPSTONE PROJECT 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A0BC1E-8C22-4437-A7DB-F39417B52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A04F-A5D8-41CD-89E5-325BBB6AC5B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86613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078A5-1709-40CB-A89A-71AB41670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2BA716-557F-4DA4-9E98-2DE1B30117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1BB118-6EA3-4830-9DBD-7BCDEE809A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0BF804-FA03-40D1-A20A-BEFE104474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443840-F3A5-4260-99E8-DB2527B12B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93C364-9BBB-441B-85A3-A0681EB0E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D6E34-6482-40F1-99B6-8DED41AA72C9}" type="datetime1">
              <a:rPr lang="en-US" smtClean="0"/>
              <a:t>9/3/2026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E71D21-6192-478A-929C-AC0F0F780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CAPSTONE PROJECT </a:t>
            </a:r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6FBBDF-9371-4FDD-8203-18004FCD2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A04F-A5D8-41CD-89E5-325BBB6AC5B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256733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C332C-E8E8-4FA2-8D41-8E08870C1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81C071-36B7-4BCF-945A-67984B6DE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87897-C9A4-4F16-899D-739E8D761C9A}" type="datetime1">
              <a:rPr lang="en-US" smtClean="0"/>
              <a:t>9/3/2026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CB4D23-C893-4690-A6B7-50248B897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CAPSTONE PROJECT 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B0FE7D-C22A-4BE0-937A-11C3AD5D2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A04F-A5D8-41CD-89E5-325BBB6AC5B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52859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DEDEDE-95AF-42F7-B220-8AF4B2C68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F5A7C-68A5-49BC-A8AC-ABC69EDAD0AB}" type="datetime1">
              <a:rPr lang="en-US" smtClean="0"/>
              <a:t>9/3/2026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ECBBCB-D3F9-479F-9F88-727D94FF3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CAPSTONE PROJECT 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DDB017-61F0-46E3-BDB4-4F05C58EE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A04F-A5D8-41CD-89E5-325BBB6AC5B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32544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4CDA8-9F7C-4C57-9856-56B000139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F88277-6B56-41BC-B116-5AFD2E1FED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B2547A-E93D-4BFC-837F-F38EA030FD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601914-A0E3-413C-A369-7B3027C92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E14B2-B26D-4E37-BDF3-A4AF3BEBDB16}" type="datetime1">
              <a:rPr lang="en-US" smtClean="0"/>
              <a:t>9/3/2026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4E54AB-817C-4A92-984C-F111E005C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CAPSTONE PROJECT 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A89BEC-887E-4BF1-9881-7C4107486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A04F-A5D8-41CD-89E5-325BBB6AC5B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717056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99702-89AC-4D5C-866E-D472494C5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B52EE5-AC73-45B9-AD50-E33BE2B8F0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F3EDA2-1D2D-494A-9680-71446DBA14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E4C2D0-13E6-49DB-ABAB-0244FCC5D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1796C-A2B3-4438-8505-951A0C61A111}" type="datetime1">
              <a:rPr lang="en-US" smtClean="0"/>
              <a:t>9/3/2026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B0E850-3218-4227-BCBF-463DE40F4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CAPSTONE PROJECT 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50A368-138E-48DF-8207-1EA942E93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A04F-A5D8-41CD-89E5-325BBB6AC5B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845984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F104C-01B6-4750-AE26-0FB18023C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E8D9AE-8246-4F1B-B3F8-E28DB003B7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DC49F2-EC50-4D3E-9AC5-BE06D3CBD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FB9CB-848F-4148-9D60-AEAA576139F5}" type="datetime1">
              <a:rPr lang="en-US" smtClean="0"/>
              <a:t>9/3/2026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57FE6B-06D1-4B68-B812-D20230CFC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CAPSTONE PROJECT 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4DBEC8-3DF6-4FA0-A016-27FBBC6BC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A04F-A5D8-41CD-89E5-325BBB6AC5B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43699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D0A7EA-60C3-4868-ACC2-C170AB693F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BCB31B-CE55-4412-BC51-DEB760FFCE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7E4738-F9F3-4E77-8F1E-8EA1A67E7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D10A0-015C-4D4F-84C3-B7D9784AA1A6}" type="datetime1">
              <a:rPr lang="en-US" smtClean="0"/>
              <a:t>9/3/2026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DD6AA9-C64A-4A27-BBA9-BA3766403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CAPSTONE PROJECT 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4C73F1-2DE8-4B39-BEB6-1220C9554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A04F-A5D8-41CD-89E5-325BBB6AC5B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63421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C2AEA5-08CF-47F2-97B9-5C373B329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A7D72D-FB58-45F9-BD0F-5137E35AC4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FF3898-2B15-48F9-B168-7DDB517F34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B7EC56-692C-466E-9116-EC539AEB1BBC}" type="datetime1">
              <a:rPr lang="en-US" smtClean="0"/>
              <a:t>9/3/2026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9C5D90-F7DD-4BA5-94E8-A79F8ED173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CAPSTONE PROJECT 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FE6BC6-2CCC-4008-82F5-2149E4C9FD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49A04F-A5D8-41CD-89E5-325BBB6AC5B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095166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1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eg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eg"/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7" Type="http://schemas.openxmlformats.org/officeDocument/2006/relationships/image" Target="../media/image18.png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jpg"/><Relationship Id="rId4" Type="http://schemas.openxmlformats.org/officeDocument/2006/relationships/image" Target="../media/image20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image3.png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037FB08C-9128-4825-9070-FCF7186E1D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7118" y="176602"/>
            <a:ext cx="10037762" cy="1030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1E838D-34EB-4C16-A74E-BE7B974214A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D6EC12FF-DC97-4104-A125-9878E5B6FF45}" type="datetime1">
              <a:rPr lang="en-US" smtClean="0"/>
              <a:t>9/3/2026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F7B4C7-D55F-4CD1-BCD0-615B8E3C2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CAPSTONE PROJECT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A78A2E-7E97-40C0-B3C9-D07595207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93175E-D347-437F-90A4-D4FEF6D1EFE6}" type="slidenum">
              <a:rPr lang="en-US"/>
              <a:pPr>
                <a:defRPr/>
              </a:pPr>
              <a:t>1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903E6E6-DC27-4859-9220-A3D46D460F5E}"/>
              </a:ext>
            </a:extLst>
          </p:cNvPr>
          <p:cNvSpPr/>
          <p:nvPr/>
        </p:nvSpPr>
        <p:spPr>
          <a:xfrm>
            <a:off x="6483059" y="3841076"/>
            <a:ext cx="6561136" cy="1883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rgbClr val="C00000"/>
                </a:solidFill>
                <a:latin typeface="TimesNewRomanPS-BoldMT"/>
              </a:rPr>
              <a:t>Presented By:</a:t>
            </a:r>
            <a:endParaRPr lang="en-IN" sz="2000" b="1" dirty="0">
              <a:solidFill>
                <a:srgbClr val="C00000"/>
              </a:solidFill>
              <a:latin typeface="TimesNewRomanPS-BoldMT"/>
            </a:endParaRP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  <a:effectLst/>
                <a:latin typeface="TimesNewRomanPS-BoldMT"/>
              </a:rPr>
              <a:t>K </a:t>
            </a:r>
            <a:r>
              <a:rPr lang="en-IN" sz="2000" b="1" dirty="0">
                <a:solidFill>
                  <a:schemeClr val="accent1">
                    <a:lumMod val="50000"/>
                  </a:schemeClr>
                </a:solidFill>
                <a:latin typeface="TimesNewRomanPS-BoldMT"/>
              </a:rPr>
              <a:t>. </a:t>
            </a:r>
            <a:r>
              <a:rPr lang="en-IN" sz="2000" b="1" dirty="0" err="1">
                <a:solidFill>
                  <a:schemeClr val="accent1">
                    <a:lumMod val="50000"/>
                  </a:schemeClr>
                </a:solidFill>
                <a:latin typeface="TimesNewRomanPS-BoldMT"/>
              </a:rPr>
              <a:t>Mrudhula</a:t>
            </a:r>
            <a:r>
              <a:rPr lang="en-IN" sz="2000" b="1" dirty="0">
                <a:solidFill>
                  <a:schemeClr val="accent1">
                    <a:lumMod val="50000"/>
                  </a:schemeClr>
                </a:solidFill>
                <a:effectLst/>
                <a:latin typeface="TimesNewRomanPS-BoldMT"/>
              </a:rPr>
              <a:t>  [192372290</a:t>
            </a:r>
            <a:r>
              <a:rPr lang="en-IN" sz="2000" b="1" dirty="0">
                <a:solidFill>
                  <a:schemeClr val="accent1">
                    <a:lumMod val="50000"/>
                  </a:schemeClr>
                </a:solidFill>
                <a:latin typeface="TimesNewRomanPS-BoldMT"/>
              </a:rPr>
              <a:t>]</a:t>
            </a:r>
          </a:p>
          <a:p>
            <a:pPr algn="ctr">
              <a:lnSpc>
                <a:spcPct val="150000"/>
              </a:lnSpc>
            </a:pPr>
            <a:r>
              <a:rPr lang="en-IN" sz="2000" b="1" dirty="0">
                <a:solidFill>
                  <a:schemeClr val="accent1">
                    <a:lumMod val="50000"/>
                  </a:schemeClr>
                </a:solidFill>
                <a:latin typeface="TimesNewRomanPS-BoldMT"/>
              </a:rPr>
              <a:t>N . Vishnu </a:t>
            </a:r>
            <a:r>
              <a:rPr lang="en-IN" sz="2000" b="1" dirty="0" err="1">
                <a:solidFill>
                  <a:schemeClr val="accent1">
                    <a:lumMod val="50000"/>
                  </a:schemeClr>
                </a:solidFill>
                <a:latin typeface="TimesNewRomanPS-BoldMT"/>
              </a:rPr>
              <a:t>sai</a:t>
            </a:r>
            <a:r>
              <a:rPr lang="en-IN" sz="2000" b="1" dirty="0">
                <a:solidFill>
                  <a:schemeClr val="accent1">
                    <a:lumMod val="50000"/>
                  </a:schemeClr>
                </a:solidFill>
                <a:latin typeface="TimesNewRomanPS-BoldMT"/>
              </a:rPr>
              <a:t> </a:t>
            </a:r>
            <a:r>
              <a:rPr lang="en-IN" sz="2000" b="1" dirty="0" err="1">
                <a:solidFill>
                  <a:schemeClr val="accent1">
                    <a:lumMod val="50000"/>
                  </a:schemeClr>
                </a:solidFill>
                <a:latin typeface="TimesNewRomanPS-BoldMT"/>
              </a:rPr>
              <a:t>sri</a:t>
            </a:r>
            <a:r>
              <a:rPr lang="en-IN" sz="2000" b="1" dirty="0">
                <a:solidFill>
                  <a:schemeClr val="accent1">
                    <a:lumMod val="50000"/>
                  </a:schemeClr>
                </a:solidFill>
                <a:latin typeface="TimesNewRomanPS-BoldMT"/>
              </a:rPr>
              <a:t> [192372039]</a:t>
            </a:r>
          </a:p>
          <a:p>
            <a:pPr algn="ctr">
              <a:lnSpc>
                <a:spcPct val="150000"/>
              </a:lnSpc>
            </a:pPr>
            <a:r>
              <a:rPr lang="en-IN" sz="2000" b="1" dirty="0">
                <a:solidFill>
                  <a:schemeClr val="accent1">
                    <a:lumMod val="50000"/>
                  </a:schemeClr>
                </a:solidFill>
                <a:effectLst/>
                <a:latin typeface="TimesNewRomanPS-BoldMT"/>
              </a:rPr>
              <a:t>P . Harika [192311243]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57449E7-92AE-40C3-A124-E9F9DED96302}"/>
              </a:ext>
            </a:extLst>
          </p:cNvPr>
          <p:cNvSpPr/>
          <p:nvPr/>
        </p:nvSpPr>
        <p:spPr>
          <a:xfrm>
            <a:off x="1611880" y="1747666"/>
            <a:ext cx="8784416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"/>
            <a:r>
              <a:rPr lang="en-US" sz="37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Integrated Hotel Booking And Guest Experience Management System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BDA49D7-1183-E5F5-B3AC-F8F6656A2E97}"/>
              </a:ext>
            </a:extLst>
          </p:cNvPr>
          <p:cNvSpPr txBox="1"/>
          <p:nvPr/>
        </p:nvSpPr>
        <p:spPr>
          <a:xfrm>
            <a:off x="1077118" y="4086808"/>
            <a:ext cx="3676262" cy="17045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b="1" dirty="0">
                <a:solidFill>
                  <a:srgbClr val="FF0000"/>
                </a:solidFill>
                <a:latin typeface="TimesNewRomanPS-BoldMT"/>
              </a:rPr>
              <a:t>Supervisor: </a:t>
            </a:r>
          </a:p>
          <a:p>
            <a:pPr algn="ctr">
              <a:lnSpc>
                <a:spcPct val="150000"/>
              </a:lnSpc>
            </a:pPr>
            <a:r>
              <a:rPr lang="en-US" b="1" dirty="0">
                <a:latin typeface="TimesNewRomanPS-BoldMT"/>
              </a:rPr>
              <a:t>DR.SUDHAGAR</a:t>
            </a:r>
          </a:p>
          <a:p>
            <a:pPr algn="ctr">
              <a:lnSpc>
                <a:spcPct val="150000"/>
              </a:lnSpc>
            </a:pPr>
            <a:r>
              <a:rPr lang="en-US" b="1" dirty="0">
                <a:latin typeface="TimesNewRomanPS-BoldMT"/>
              </a:rPr>
              <a:t>C</a:t>
            </a:r>
            <a:r>
              <a:rPr lang="en-IN" b="1" dirty="0">
                <a:latin typeface="TimesNewRomanPS-BoldMT"/>
              </a:rPr>
              <a:t>SA4305– Internet Programming</a:t>
            </a:r>
          </a:p>
          <a:p>
            <a:pPr algn="ctr">
              <a:lnSpc>
                <a:spcPct val="150000"/>
              </a:lnSpc>
            </a:pPr>
            <a:r>
              <a:rPr lang="en-US" b="1" dirty="0">
                <a:latin typeface="TimesNewRomanPS-BoldMT"/>
              </a:rPr>
              <a:t>D</a:t>
            </a:r>
            <a:r>
              <a:rPr lang="en-IN" b="1" dirty="0">
                <a:latin typeface="TimesNewRomanPS-BoldMT"/>
              </a:rPr>
              <a:t>ate : 20-08-2026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>
            <a:extLst>
              <a:ext uri="{FF2B5EF4-FFF2-40B4-BE49-F238E27FC236}">
                <a16:creationId xmlns:a16="http://schemas.microsoft.com/office/drawing/2014/main" id="{DF498D24-73BE-4278-AE7A-58B64BC5B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726" y="1106785"/>
            <a:ext cx="10515600" cy="1025525"/>
          </a:xfrm>
        </p:spPr>
        <p:txBody>
          <a:bodyPr>
            <a:normAutofit/>
          </a:bodyPr>
          <a:lstStyle/>
          <a:p>
            <a:pPr algn="ctr" eaLnBrk="1" hangingPunct="1"/>
            <a:r>
              <a:rPr lang="en-US" altLang="en-US" sz="4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AGENDA </a:t>
            </a:r>
          </a:p>
        </p:txBody>
      </p:sp>
      <p:sp>
        <p:nvSpPr>
          <p:cNvPr id="4099" name="Content Placeholder 2">
            <a:extLst>
              <a:ext uri="{FF2B5EF4-FFF2-40B4-BE49-F238E27FC236}">
                <a16:creationId xmlns:a16="http://schemas.microsoft.com/office/drawing/2014/main" id="{11C5D79F-64C8-4ECE-84DD-7E7C434C00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763" y="2113745"/>
            <a:ext cx="5883275" cy="4351337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US" alt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US" alt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US" alt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                 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US" alt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US" alt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Techniques used</a:t>
            </a:r>
          </a:p>
          <a:p>
            <a:pPr marL="0" indent="0" eaLnBrk="1" hangingPunct="1">
              <a:lnSpc>
                <a:spcPct val="150000"/>
              </a:lnSpc>
              <a:buNone/>
              <a:defRPr/>
            </a:pPr>
            <a:endParaRPr lang="en-US" altLang="en-US" sz="24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buFont typeface="Arial" panose="020B0604020202020204" pitchFamily="34" charset="0"/>
              <a:buNone/>
              <a:defRPr/>
            </a:pPr>
            <a:endParaRPr lang="en-US" altLang="en-US" sz="24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0EBB8C3-F4BC-4806-90FA-63C6D2732D7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2FA7D0FF-5A8D-48CC-A2CA-A3923A9F78DF}" type="datetime1">
              <a:rPr lang="en-US" smtClean="0"/>
              <a:t>9/3/2026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3BF4F95-9BC4-4F06-87F6-AB0F1EDF8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CAPSTONE PROJECT 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7E3D2CF-9309-46CD-9D51-532564F4B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D1E6E8-5AAD-4DAF-AD41-FF9928ECCF5D}" type="slidenum">
              <a:rPr lang="en-US"/>
              <a:pPr>
                <a:defRPr/>
              </a:pPr>
              <a:t>2</a:t>
            </a:fld>
            <a:endParaRPr lang="en-US" dirty="0"/>
          </a:p>
        </p:txBody>
      </p:sp>
      <p:sp>
        <p:nvSpPr>
          <p:cNvPr id="4104" name="TextBox 1">
            <a:extLst>
              <a:ext uri="{FF2B5EF4-FFF2-40B4-BE49-F238E27FC236}">
                <a16:creationId xmlns:a16="http://schemas.microsoft.com/office/drawing/2014/main" id="{B6AF7058-D71A-4ADF-B436-4893BCE0E7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1475" y="1935460"/>
            <a:ext cx="5645150" cy="44208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Demo</a:t>
            </a:r>
          </a:p>
          <a:p>
            <a:pPr eaLnBrk="1" hangingPunct="1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 &amp; Analysis</a:t>
            </a:r>
          </a:p>
          <a:p>
            <a:pPr eaLnBrk="1" hangingPunct="1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eaLnBrk="1" hangingPunct="1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</a:p>
          <a:p>
            <a:pPr eaLnBrk="1" hangingPunct="1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>
              <a:lnSpc>
                <a:spcPct val="200000"/>
              </a:lnSpc>
            </a:pPr>
            <a:endParaRPr lang="en-IN" altLang="en-US" sz="2400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9" name="image3.png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0E117618-0F36-41E8-9741-7F5A748096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95063"/>
            <a:ext cx="10037762" cy="1030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0B8491B-215C-4D8F-9A88-AB52DFFF3D38}"/>
              </a:ext>
            </a:extLst>
          </p:cNvPr>
          <p:cNvSpPr/>
          <p:nvPr/>
        </p:nvSpPr>
        <p:spPr>
          <a:xfrm>
            <a:off x="4431530" y="1238234"/>
            <a:ext cx="3142527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cap="none" spc="0" dirty="0">
                <a:ln w="0"/>
                <a:solidFill>
                  <a:srgbClr val="C00000"/>
                </a:soli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Introduction:</a:t>
            </a:r>
            <a:endParaRPr lang="en-IN" sz="4000" b="1" cap="none" spc="0" dirty="0">
              <a:ln w="0"/>
              <a:solidFill>
                <a:srgbClr val="C00000"/>
              </a:solidFill>
              <a:effectLst>
                <a:reflection blurRad="6350" stA="53000" endA="300" endPos="35500" dir="5400000" sy="-90000" algn="bl" rotWithShape="0"/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A6785B49-FDCA-4CC3-B3CD-062C0ADD97A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70399999"/>
              </p:ext>
            </p:extLst>
          </p:nvPr>
        </p:nvGraphicFramePr>
        <p:xfrm>
          <a:off x="521811" y="2024266"/>
          <a:ext cx="11416665" cy="393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8654763D-15C5-4487-8BFC-067E771CB0D7}"/>
              </a:ext>
            </a:extLst>
          </p:cNvPr>
          <p:cNvSpPr txBox="1"/>
          <p:nvPr/>
        </p:nvSpPr>
        <p:spPr>
          <a:xfrm>
            <a:off x="2420765" y="2216460"/>
            <a:ext cx="95381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hotel booking involves phone calls, paperwork, and delays.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Guests face difficulty checking room availability in real-time.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5F93A7A-506B-423B-84E5-5F146558C297}"/>
              </a:ext>
            </a:extLst>
          </p:cNvPr>
          <p:cNvSpPr txBox="1"/>
          <p:nvPr/>
        </p:nvSpPr>
        <p:spPr>
          <a:xfrm>
            <a:off x="2420765" y="3536377"/>
            <a:ext cx="99186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online reservation system simplifies the booking process.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users to browse rooms, check availability, and book instantly.</a:t>
            </a:r>
            <a:endParaRPr lang="en-IN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CCF53F-B972-49C4-ADDA-C865EBD8C120}"/>
              </a:ext>
            </a:extLst>
          </p:cNvPr>
          <p:cNvSpPr txBox="1"/>
          <p:nvPr/>
        </p:nvSpPr>
        <p:spPr>
          <a:xfrm>
            <a:off x="2367691" y="4954574"/>
            <a:ext cx="97712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administrative load for hotel staff.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Enhances guest experience through automation &amp; web-based access.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image3.png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3B746725-D3AD-4C9A-8C5F-62BA24EDD6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1262" y="161004"/>
            <a:ext cx="10037762" cy="1030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60D13E-2E9E-BC7F-F9E4-3211458DC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B6D77-9716-46C6-AB2A-70BFB4313FC6}" type="datetime1">
              <a:rPr lang="en-US" smtClean="0"/>
              <a:t>9/3/2026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89FE93-791C-F6CB-7DDD-870142FD6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CAPSTONE PROJECT 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EF8E09-96B6-256F-0B60-CAAE87DC5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A04F-A5D8-41CD-89E5-325BBB6AC5B6}" type="slidenum">
              <a:rPr lang="en-IN" smtClean="0"/>
              <a:t>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098474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5723597-415D-4181-93A8-5078C760B793}"/>
              </a:ext>
            </a:extLst>
          </p:cNvPr>
          <p:cNvSpPr/>
          <p:nvPr/>
        </p:nvSpPr>
        <p:spPr>
          <a:xfrm>
            <a:off x="3688069" y="1426935"/>
            <a:ext cx="4363375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1" cap="none" spc="0" dirty="0">
                <a:ln w="0"/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Problem </a:t>
            </a:r>
            <a:r>
              <a:rPr lang="en-US" sz="4000" b="1" cap="none" spc="0" dirty="0">
                <a:ln w="0"/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  <a:r>
              <a:rPr lang="en-US" sz="3600" b="1" cap="none" spc="0" dirty="0">
                <a:ln w="0"/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sz="3600" b="1" cap="none" spc="0" dirty="0">
              <a:ln w="0"/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  <a:reflection blurRad="6350" stA="53000" endA="300" endPos="35500" dir="5400000" sy="-90000" algn="bl" rotWithShape="0"/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84FD8D7C-ACF4-4DB6-A9FE-EF51CB258C2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08451178"/>
              </p:ext>
            </p:extLst>
          </p:nvPr>
        </p:nvGraphicFramePr>
        <p:xfrm>
          <a:off x="-1501481" y="2338322"/>
          <a:ext cx="15062986" cy="43880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image3.png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49B3978C-EFF9-4399-B688-430DB05042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131" y="132067"/>
            <a:ext cx="10037762" cy="1030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B636270-E158-467D-9AB2-1E85845BECC9}"/>
              </a:ext>
            </a:extLst>
          </p:cNvPr>
          <p:cNvSpPr txBox="1"/>
          <p:nvPr/>
        </p:nvSpPr>
        <p:spPr>
          <a:xfrm>
            <a:off x="2234150" y="2409703"/>
            <a:ext cx="9253000" cy="1047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hotel booking is time-consuming and involves manual effort.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a centralized system for real-time room availability.</a:t>
            </a:r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41D727-07AD-4E6B-AA9B-99C93251027A}"/>
              </a:ext>
            </a:extLst>
          </p:cNvPr>
          <p:cNvSpPr txBox="1"/>
          <p:nvPr/>
        </p:nvSpPr>
        <p:spPr>
          <a:xfrm>
            <a:off x="2224724" y="3939713"/>
            <a:ext cx="8983746" cy="1055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record-keeping increases the chances of double booking.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inconsistency occurs due to outdated or incorrect booking logs.</a:t>
            </a:r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51E536-3FD7-4ED8-BBFE-1F9239FCF17A}"/>
              </a:ext>
            </a:extLst>
          </p:cNvPr>
          <p:cNvSpPr txBox="1"/>
          <p:nvPr/>
        </p:nvSpPr>
        <p:spPr>
          <a:xfrm>
            <a:off x="1999712" y="5478058"/>
            <a:ext cx="9721876" cy="1055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Guests do not have an easy, self-service online platform to make bookings.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Hotels require a secure, efficient, user-friendly online reservation portal</a:t>
            </a:r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EF075B-4A3E-5859-579C-334D92CF1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4C010-F717-439D-B0A7-842DB7EEAAA6}" type="datetime1">
              <a:rPr lang="en-US" smtClean="0"/>
              <a:t>9/3/2026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ECAF76-44D6-5793-DF88-089E99215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CAPSTONE PROJECT </a:t>
            </a:r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78721F-AF58-ECA4-1855-FFB5039A2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A04F-A5D8-41CD-89E5-325BBB6AC5B6}" type="slidenum">
              <a:rPr lang="en-IN" smtClean="0"/>
              <a:t>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976622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3.png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6A0DBAB6-AA8F-45D2-B97D-D86763C281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7119" y="107565"/>
            <a:ext cx="10037762" cy="1030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F9C1559-6F09-4123-A830-6E4FFAAC5D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3273473"/>
              </p:ext>
            </p:extLst>
          </p:nvPr>
        </p:nvGraphicFramePr>
        <p:xfrm>
          <a:off x="767941" y="1952819"/>
          <a:ext cx="10656118" cy="428699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2086">
                  <a:extLst>
                    <a:ext uri="{9D8B030D-6E8A-4147-A177-3AD203B41FA5}">
                      <a16:colId xmlns:a16="http://schemas.microsoft.com/office/drawing/2014/main" val="977538082"/>
                    </a:ext>
                  </a:extLst>
                </a:gridCol>
                <a:gridCol w="3170360">
                  <a:extLst>
                    <a:ext uri="{9D8B030D-6E8A-4147-A177-3AD203B41FA5}">
                      <a16:colId xmlns:a16="http://schemas.microsoft.com/office/drawing/2014/main" val="3743731453"/>
                    </a:ext>
                  </a:extLst>
                </a:gridCol>
                <a:gridCol w="2131224">
                  <a:extLst>
                    <a:ext uri="{9D8B030D-6E8A-4147-A177-3AD203B41FA5}">
                      <a16:colId xmlns:a16="http://schemas.microsoft.com/office/drawing/2014/main" val="3816301115"/>
                    </a:ext>
                  </a:extLst>
                </a:gridCol>
                <a:gridCol w="2131224">
                  <a:extLst>
                    <a:ext uri="{9D8B030D-6E8A-4147-A177-3AD203B41FA5}">
                      <a16:colId xmlns:a16="http://schemas.microsoft.com/office/drawing/2014/main" val="1146342557"/>
                    </a:ext>
                  </a:extLst>
                </a:gridCol>
                <a:gridCol w="2131224">
                  <a:extLst>
                    <a:ext uri="{9D8B030D-6E8A-4147-A177-3AD203B41FA5}">
                      <a16:colId xmlns:a16="http://schemas.microsoft.com/office/drawing/2014/main" val="2069695920"/>
                    </a:ext>
                  </a:extLst>
                </a:gridCol>
              </a:tblGrid>
              <a:tr h="839060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</a:p>
                  </a:txBody>
                  <a:tcPr marL="91427" marR="91427" marT="45708" marB="457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DETAILS</a:t>
                      </a:r>
                      <a:r>
                        <a:rPr lang="en-US" sz="1800" b="1" i="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OF THE JOURNAL</a:t>
                      </a:r>
                      <a:endParaRPr lang="en-US" sz="1800" b="1" i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7" marR="91427" marT="45708" marB="457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ALGORITHM / METHODOLOGY</a:t>
                      </a:r>
                      <a:r>
                        <a:rPr lang="en-US" sz="1800" b="1" i="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USED</a:t>
                      </a:r>
                      <a:endParaRPr lang="en-US" sz="1800" b="1" i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7" marR="91427" marT="45708" marB="457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ADVANTAGES</a:t>
                      </a:r>
                    </a:p>
                  </a:txBody>
                  <a:tcPr marL="91427" marR="91427" marT="45708" marB="457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 ADVANTAGES</a:t>
                      </a:r>
                    </a:p>
                  </a:txBody>
                  <a:tcPr marL="91427" marR="91427" marT="45708" marB="457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4994977"/>
                  </a:ext>
                </a:extLst>
              </a:tr>
              <a:tr h="1239241">
                <a:tc>
                  <a:txBody>
                    <a:bodyPr/>
                    <a:lstStyle/>
                    <a:p>
                      <a:pPr algn="ctr"/>
                      <a:r>
                        <a:rPr lang="en-US" sz="18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1427" marR="91427" marT="45708" marB="457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Basheer et al. (2025). Online Hotel Reservations &amp; Guest Satisfaction in Kashmir.</a:t>
                      </a:r>
                      <a:endParaRPr lang="en-US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Survey analysis; UX evaluation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Provides user satisfaction insights; helps improve UI/UX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Region-specific; not technical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328997"/>
                  </a:ext>
                </a:extLst>
              </a:tr>
              <a:tr h="1199317">
                <a:tc>
                  <a:txBody>
                    <a:bodyPr/>
                    <a:lstStyle/>
                    <a:p>
                      <a:pPr algn="ctr"/>
                      <a:r>
                        <a:rPr lang="en-US" sz="18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91427" marR="91427" marT="45708" marB="457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Nguyen (2025). Web-based Hotel Booking System.</a:t>
                      </a:r>
                      <a:endParaRPr lang="en-IN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PHP–MySQL; CRUD operations; session login</a:t>
                      </a:r>
                      <a:endParaRPr lang="en-IN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Simple, scalable; reduces manual work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automation; basic features</a:t>
                      </a:r>
                      <a:endParaRPr lang="en-US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2504844"/>
                  </a:ext>
                </a:extLst>
              </a:tr>
              <a:tr h="934057">
                <a:tc>
                  <a:txBody>
                    <a:bodyPr/>
                    <a:lstStyle/>
                    <a:p>
                      <a:pPr algn="ctr"/>
                      <a:r>
                        <a:rPr lang="en-US" sz="18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91427" marR="91427" marT="45708" marB="457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Gunjal (2025). </a:t>
                      </a:r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Hotel Booking App using MERN.</a:t>
                      </a:r>
                      <a:endParaRPr lang="en-IN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MERN stack; REST APIs; JWT auth</a:t>
                      </a:r>
                      <a:endParaRPr lang="en-IN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Fast, modern UI; scalable system</a:t>
                      </a:r>
                      <a:endParaRPr lang="en-US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Complex setup; requires higher skills</a:t>
                      </a:r>
                      <a:endParaRPr lang="en-US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0012016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2166FED3-CACB-4052-B1A8-88D1F6362ADD}"/>
              </a:ext>
            </a:extLst>
          </p:cNvPr>
          <p:cNvSpPr/>
          <p:nvPr/>
        </p:nvSpPr>
        <p:spPr>
          <a:xfrm>
            <a:off x="4231019" y="1194064"/>
            <a:ext cx="404918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1" cap="none" spc="0" dirty="0">
                <a:ln w="0"/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:</a:t>
            </a:r>
            <a:endParaRPr lang="en-IN" sz="3600" b="1" cap="none" spc="0" dirty="0">
              <a:ln w="0"/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  <a:reflection blurRad="6350" stA="53000" endA="300" endPos="35500" dir="5400000" sy="-90000" algn="bl" rotWithShape="0"/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1204D8-1AAA-610B-3401-EA225A797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4CF4E-8A84-4A44-A57D-375F4D4CB311}" type="datetime1">
              <a:rPr lang="en-US" smtClean="0"/>
              <a:t>9/3/2026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FB5F37-A1C3-C650-622E-2241515CC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CAPSTONE PROJECT 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9B599D-6704-BF83-E776-C26CE2A6E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A04F-A5D8-41CD-89E5-325BBB6AC5B6}" type="slidenum">
              <a:rPr lang="en-IN" smtClean="0"/>
              <a:t>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821289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3.png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326E9E22-3105-4EF9-81F1-EEB6B89AD0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897" y="365279"/>
            <a:ext cx="10037762" cy="1030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8F2CD53-858F-47A0-A9D6-C58E700E0C9E}"/>
              </a:ext>
            </a:extLst>
          </p:cNvPr>
          <p:cNvSpPr/>
          <p:nvPr/>
        </p:nvSpPr>
        <p:spPr>
          <a:xfrm>
            <a:off x="1926965" y="2740373"/>
            <a:ext cx="8206093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MODULE 1 :Admin Panel </a:t>
            </a:r>
          </a:p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(Hotel and Booking Control)</a:t>
            </a:r>
            <a:endParaRPr lang="en-IN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C408CC-DB03-D226-A7B8-9BAF768B0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4D744-4A20-44AE-AD9E-4EBB1A53DCA2}" type="datetime1">
              <a:rPr lang="en-US" smtClean="0"/>
              <a:t>9/3/2026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67646E-9EC3-204D-2975-6DC14062C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CAPSTONE PROJECT 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7DA951-529E-FCF6-E1EF-7F58F7FA2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A04F-A5D8-41CD-89E5-325BBB6AC5B6}" type="slidenum">
              <a:rPr lang="en-IN" smtClean="0"/>
              <a:t>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651684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3.png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21449178-D7BD-4D18-BC80-59FEA96D24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693" y="273075"/>
            <a:ext cx="10037762" cy="1030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78BAAE3B-F626-4582-A2DB-6E7955C42610}"/>
              </a:ext>
            </a:extLst>
          </p:cNvPr>
          <p:cNvCxnSpPr>
            <a:cxnSpLocks/>
          </p:cNvCxnSpPr>
          <p:nvPr/>
        </p:nvCxnSpPr>
        <p:spPr>
          <a:xfrm>
            <a:off x="944010" y="4251030"/>
            <a:ext cx="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Rectangle: Rounded Corners 159">
            <a:extLst>
              <a:ext uri="{FF2B5EF4-FFF2-40B4-BE49-F238E27FC236}">
                <a16:creationId xmlns:a16="http://schemas.microsoft.com/office/drawing/2014/main" id="{4E7FAB2E-1284-4121-A75D-6E99817171C9}"/>
              </a:ext>
            </a:extLst>
          </p:cNvPr>
          <p:cNvSpPr/>
          <p:nvPr/>
        </p:nvSpPr>
        <p:spPr>
          <a:xfrm>
            <a:off x="524491" y="2728166"/>
            <a:ext cx="1847654" cy="904973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3572B577-1765-46D1-9421-5FE7C4CDC320}"/>
              </a:ext>
            </a:extLst>
          </p:cNvPr>
          <p:cNvSpPr txBox="1"/>
          <p:nvPr/>
        </p:nvSpPr>
        <p:spPr>
          <a:xfrm>
            <a:off x="440204" y="3663204"/>
            <a:ext cx="19319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Page </a:t>
            </a:r>
          </a:p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(User / Admin)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2" name="Rectangle: Rounded Corners 161">
            <a:extLst>
              <a:ext uri="{FF2B5EF4-FFF2-40B4-BE49-F238E27FC236}">
                <a16:creationId xmlns:a16="http://schemas.microsoft.com/office/drawing/2014/main" id="{90F9D8BC-813E-4079-9CAD-C13E917FE875}"/>
              </a:ext>
            </a:extLst>
          </p:cNvPr>
          <p:cNvSpPr/>
          <p:nvPr/>
        </p:nvSpPr>
        <p:spPr>
          <a:xfrm>
            <a:off x="2964939" y="2728166"/>
            <a:ext cx="1847654" cy="904973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3" name="Rectangle: Rounded Corners 162">
            <a:extLst>
              <a:ext uri="{FF2B5EF4-FFF2-40B4-BE49-F238E27FC236}">
                <a16:creationId xmlns:a16="http://schemas.microsoft.com/office/drawing/2014/main" id="{A0B84CB4-D18E-469E-97B5-2A7D3E759AA8}"/>
              </a:ext>
            </a:extLst>
          </p:cNvPr>
          <p:cNvSpPr/>
          <p:nvPr/>
        </p:nvSpPr>
        <p:spPr>
          <a:xfrm>
            <a:off x="8715133" y="5528407"/>
            <a:ext cx="1847654" cy="904973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4" name="Rectangle: Rounded Corners 163">
            <a:extLst>
              <a:ext uri="{FF2B5EF4-FFF2-40B4-BE49-F238E27FC236}">
                <a16:creationId xmlns:a16="http://schemas.microsoft.com/office/drawing/2014/main" id="{6378AF2D-B97B-4ED7-89E0-D12195F28922}"/>
              </a:ext>
            </a:extLst>
          </p:cNvPr>
          <p:cNvSpPr/>
          <p:nvPr/>
        </p:nvSpPr>
        <p:spPr>
          <a:xfrm>
            <a:off x="10165255" y="2728165"/>
            <a:ext cx="1847654" cy="904973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5" name="Rectangle: Rounded Corners 164">
            <a:extLst>
              <a:ext uri="{FF2B5EF4-FFF2-40B4-BE49-F238E27FC236}">
                <a16:creationId xmlns:a16="http://schemas.microsoft.com/office/drawing/2014/main" id="{57215A46-94FF-4576-9EB7-91850B925F0F}"/>
              </a:ext>
            </a:extLst>
          </p:cNvPr>
          <p:cNvSpPr/>
          <p:nvPr/>
        </p:nvSpPr>
        <p:spPr>
          <a:xfrm>
            <a:off x="7812245" y="2728166"/>
            <a:ext cx="1847654" cy="904973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6" name="Rectangle: Rounded Corners 165">
            <a:extLst>
              <a:ext uri="{FF2B5EF4-FFF2-40B4-BE49-F238E27FC236}">
                <a16:creationId xmlns:a16="http://schemas.microsoft.com/office/drawing/2014/main" id="{4C00D86B-07E1-461E-BAFA-1B8199F4E65D}"/>
              </a:ext>
            </a:extLst>
          </p:cNvPr>
          <p:cNvSpPr/>
          <p:nvPr/>
        </p:nvSpPr>
        <p:spPr>
          <a:xfrm>
            <a:off x="8693928" y="4494114"/>
            <a:ext cx="1847654" cy="904973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7" name="Rectangle: Rounded Corners 166">
            <a:extLst>
              <a:ext uri="{FF2B5EF4-FFF2-40B4-BE49-F238E27FC236}">
                <a16:creationId xmlns:a16="http://schemas.microsoft.com/office/drawing/2014/main" id="{27723AD0-AE8A-4DA1-83BE-6EDC2117452C}"/>
              </a:ext>
            </a:extLst>
          </p:cNvPr>
          <p:cNvSpPr/>
          <p:nvPr/>
        </p:nvSpPr>
        <p:spPr>
          <a:xfrm>
            <a:off x="5405387" y="2728166"/>
            <a:ext cx="1847654" cy="904973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F98D4D53-063E-4A89-B625-28026C2B0BEE}"/>
              </a:ext>
            </a:extLst>
          </p:cNvPr>
          <p:cNvSpPr txBox="1"/>
          <p:nvPr/>
        </p:nvSpPr>
        <p:spPr>
          <a:xfrm>
            <a:off x="2880929" y="3698798"/>
            <a:ext cx="19319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Homepage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C336A87F-1DCA-465E-80ED-7610AD277A52}"/>
              </a:ext>
            </a:extLst>
          </p:cNvPr>
          <p:cNvSpPr txBox="1"/>
          <p:nvPr/>
        </p:nvSpPr>
        <p:spPr>
          <a:xfrm>
            <a:off x="5186432" y="3678070"/>
            <a:ext cx="2162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PHP </a:t>
            </a:r>
          </a:p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BA99755D-AA77-49E5-A291-4348A42B3DC1}"/>
              </a:ext>
            </a:extLst>
          </p:cNvPr>
          <p:cNvSpPr txBox="1"/>
          <p:nvPr/>
        </p:nvSpPr>
        <p:spPr>
          <a:xfrm>
            <a:off x="7770101" y="3718463"/>
            <a:ext cx="19319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 SQL Database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234829C7-5FAF-4700-93C3-45F453AFD881}"/>
              </a:ext>
            </a:extLst>
          </p:cNvPr>
          <p:cNvSpPr txBox="1"/>
          <p:nvPr/>
        </p:nvSpPr>
        <p:spPr>
          <a:xfrm>
            <a:off x="10123111" y="3698798"/>
            <a:ext cx="19319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 Notification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6594692D-ED8D-4BF5-8EF6-16890A272D51}"/>
              </a:ext>
            </a:extLst>
          </p:cNvPr>
          <p:cNvSpPr/>
          <p:nvPr/>
        </p:nvSpPr>
        <p:spPr>
          <a:xfrm>
            <a:off x="3148401" y="1504159"/>
            <a:ext cx="5895205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0"/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  <a:r>
              <a:rPr lang="en-US" sz="3600" b="1" dirty="0">
                <a:ln w="0"/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: (Admin side)</a:t>
            </a:r>
            <a:endParaRPr lang="en-US" sz="3600" b="1" cap="none" spc="0" dirty="0">
              <a:ln w="0"/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  <a:reflection blurRad="6350" stA="53000" endA="300" endPos="35500" dir="5400000" sy="-90000" algn="bl" rotWithShape="0"/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83DF4CC7-9A74-4D39-B630-7CD17DBEF3E1}"/>
              </a:ext>
            </a:extLst>
          </p:cNvPr>
          <p:cNvSpPr txBox="1"/>
          <p:nvPr/>
        </p:nvSpPr>
        <p:spPr>
          <a:xfrm>
            <a:off x="8853051" y="5657727"/>
            <a:ext cx="19319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Bookings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882C8296-61C5-42AE-9C41-60AC7AFFA451}"/>
              </a:ext>
            </a:extLst>
          </p:cNvPr>
          <p:cNvSpPr txBox="1"/>
          <p:nvPr/>
        </p:nvSpPr>
        <p:spPr>
          <a:xfrm>
            <a:off x="8841412" y="4623434"/>
            <a:ext cx="19319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Hotels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Rooms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6" name="Straight Arrow Connector 175">
            <a:extLst>
              <a:ext uri="{FF2B5EF4-FFF2-40B4-BE49-F238E27FC236}">
                <a16:creationId xmlns:a16="http://schemas.microsoft.com/office/drawing/2014/main" id="{382DFCC5-9865-4F16-9F0F-1306475CC7E6}"/>
              </a:ext>
            </a:extLst>
          </p:cNvPr>
          <p:cNvCxnSpPr>
            <a:cxnSpLocks/>
            <a:endCxn id="162" idx="1"/>
          </p:cNvCxnSpPr>
          <p:nvPr/>
        </p:nvCxnSpPr>
        <p:spPr>
          <a:xfrm>
            <a:off x="2372145" y="3180651"/>
            <a:ext cx="592794" cy="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8" name="Straight Arrow Connector 177">
            <a:extLst>
              <a:ext uri="{FF2B5EF4-FFF2-40B4-BE49-F238E27FC236}">
                <a16:creationId xmlns:a16="http://schemas.microsoft.com/office/drawing/2014/main" id="{38489344-CC03-4C49-AEB1-1304B8C792EE}"/>
              </a:ext>
            </a:extLst>
          </p:cNvPr>
          <p:cNvCxnSpPr>
            <a:cxnSpLocks/>
            <a:endCxn id="164" idx="1"/>
          </p:cNvCxnSpPr>
          <p:nvPr/>
        </p:nvCxnSpPr>
        <p:spPr>
          <a:xfrm>
            <a:off x="9659899" y="3180651"/>
            <a:ext cx="505356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9" name="Straight Arrow Connector 178">
            <a:extLst>
              <a:ext uri="{FF2B5EF4-FFF2-40B4-BE49-F238E27FC236}">
                <a16:creationId xmlns:a16="http://schemas.microsoft.com/office/drawing/2014/main" id="{09D9E654-1C96-4B8A-8C39-9D88F15D9593}"/>
              </a:ext>
            </a:extLst>
          </p:cNvPr>
          <p:cNvCxnSpPr>
            <a:cxnSpLocks/>
            <a:endCxn id="165" idx="1"/>
          </p:cNvCxnSpPr>
          <p:nvPr/>
        </p:nvCxnSpPr>
        <p:spPr>
          <a:xfrm>
            <a:off x="7266255" y="3180651"/>
            <a:ext cx="545990" cy="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0" name="Straight Arrow Connector 179">
            <a:extLst>
              <a:ext uri="{FF2B5EF4-FFF2-40B4-BE49-F238E27FC236}">
                <a16:creationId xmlns:a16="http://schemas.microsoft.com/office/drawing/2014/main" id="{A39DBD8B-DA13-4D0B-9EB5-E5C780B1BEC2}"/>
              </a:ext>
            </a:extLst>
          </p:cNvPr>
          <p:cNvCxnSpPr>
            <a:cxnSpLocks/>
            <a:endCxn id="167" idx="1"/>
          </p:cNvCxnSpPr>
          <p:nvPr/>
        </p:nvCxnSpPr>
        <p:spPr>
          <a:xfrm>
            <a:off x="4812593" y="3180651"/>
            <a:ext cx="592794" cy="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4" name="Straight Arrow Connector 183">
            <a:extLst>
              <a:ext uri="{FF2B5EF4-FFF2-40B4-BE49-F238E27FC236}">
                <a16:creationId xmlns:a16="http://schemas.microsoft.com/office/drawing/2014/main" id="{78AB9CD0-A6F3-4FE9-A1DD-0AE1FC6313A2}"/>
              </a:ext>
            </a:extLst>
          </p:cNvPr>
          <p:cNvCxnSpPr>
            <a:cxnSpLocks/>
          </p:cNvCxnSpPr>
          <p:nvPr/>
        </p:nvCxnSpPr>
        <p:spPr>
          <a:xfrm>
            <a:off x="8055135" y="3633138"/>
            <a:ext cx="0" cy="292292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6" name="Straight Arrow Connector 185">
            <a:extLst>
              <a:ext uri="{FF2B5EF4-FFF2-40B4-BE49-F238E27FC236}">
                <a16:creationId xmlns:a16="http://schemas.microsoft.com/office/drawing/2014/main" id="{F984358A-77C5-487F-924C-7BF90CA36F1E}"/>
              </a:ext>
            </a:extLst>
          </p:cNvPr>
          <p:cNvCxnSpPr>
            <a:cxnSpLocks/>
            <a:endCxn id="166" idx="1"/>
          </p:cNvCxnSpPr>
          <p:nvPr/>
        </p:nvCxnSpPr>
        <p:spPr>
          <a:xfrm>
            <a:off x="8055135" y="4945967"/>
            <a:ext cx="638793" cy="63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8" name="Straight Arrow Connector 187">
            <a:extLst>
              <a:ext uri="{FF2B5EF4-FFF2-40B4-BE49-F238E27FC236}">
                <a16:creationId xmlns:a16="http://schemas.microsoft.com/office/drawing/2014/main" id="{C4C860E7-9488-4878-AC5C-D70F132C2D72}"/>
              </a:ext>
            </a:extLst>
          </p:cNvPr>
          <p:cNvCxnSpPr>
            <a:cxnSpLocks/>
            <a:endCxn id="163" idx="1"/>
          </p:cNvCxnSpPr>
          <p:nvPr/>
        </p:nvCxnSpPr>
        <p:spPr>
          <a:xfrm>
            <a:off x="8055135" y="5980892"/>
            <a:ext cx="659998" cy="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0" name="Straight Arrow Connector 189">
            <a:extLst>
              <a:ext uri="{FF2B5EF4-FFF2-40B4-BE49-F238E27FC236}">
                <a16:creationId xmlns:a16="http://schemas.microsoft.com/office/drawing/2014/main" id="{2E4B9AA8-EE4C-4A5C-BEAE-07FF6C160548}"/>
              </a:ext>
            </a:extLst>
          </p:cNvPr>
          <p:cNvCxnSpPr>
            <a:cxnSpLocks/>
          </p:cNvCxnSpPr>
          <p:nvPr/>
        </p:nvCxnSpPr>
        <p:spPr>
          <a:xfrm>
            <a:off x="7066993" y="3633138"/>
            <a:ext cx="0" cy="292292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1" name="Rectangle: Rounded Corners 190">
            <a:extLst>
              <a:ext uri="{FF2B5EF4-FFF2-40B4-BE49-F238E27FC236}">
                <a16:creationId xmlns:a16="http://schemas.microsoft.com/office/drawing/2014/main" id="{F00627F8-A78B-4E47-8740-2245DF7A7748}"/>
              </a:ext>
            </a:extLst>
          </p:cNvPr>
          <p:cNvSpPr/>
          <p:nvPr/>
        </p:nvSpPr>
        <p:spPr>
          <a:xfrm>
            <a:off x="4250690" y="5528405"/>
            <a:ext cx="1966563" cy="904973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92" name="Rectangle: Rounded Corners 191">
            <a:extLst>
              <a:ext uri="{FF2B5EF4-FFF2-40B4-BE49-F238E27FC236}">
                <a16:creationId xmlns:a16="http://schemas.microsoft.com/office/drawing/2014/main" id="{4348EEDB-BB77-44C2-AD63-ED85B9C31925}"/>
              </a:ext>
            </a:extLst>
          </p:cNvPr>
          <p:cNvSpPr/>
          <p:nvPr/>
        </p:nvSpPr>
        <p:spPr>
          <a:xfrm>
            <a:off x="4250690" y="4494114"/>
            <a:ext cx="1957217" cy="904973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93" name="Straight Arrow Connector 192">
            <a:extLst>
              <a:ext uri="{FF2B5EF4-FFF2-40B4-BE49-F238E27FC236}">
                <a16:creationId xmlns:a16="http://schemas.microsoft.com/office/drawing/2014/main" id="{57917ABF-A4AF-4B71-A350-DDF597229936}"/>
              </a:ext>
            </a:extLst>
          </p:cNvPr>
          <p:cNvCxnSpPr>
            <a:cxnSpLocks/>
            <a:endCxn id="191" idx="3"/>
          </p:cNvCxnSpPr>
          <p:nvPr/>
        </p:nvCxnSpPr>
        <p:spPr>
          <a:xfrm flipH="1">
            <a:off x="6217253" y="5968934"/>
            <a:ext cx="858662" cy="1195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4" name="Straight Arrow Connector 193">
            <a:extLst>
              <a:ext uri="{FF2B5EF4-FFF2-40B4-BE49-F238E27FC236}">
                <a16:creationId xmlns:a16="http://schemas.microsoft.com/office/drawing/2014/main" id="{9ED62EF2-5F64-4DAE-B83B-071DD377ECEC}"/>
              </a:ext>
            </a:extLst>
          </p:cNvPr>
          <p:cNvCxnSpPr>
            <a:cxnSpLocks/>
            <a:endCxn id="192" idx="3"/>
          </p:cNvCxnSpPr>
          <p:nvPr/>
        </p:nvCxnSpPr>
        <p:spPr>
          <a:xfrm flipH="1">
            <a:off x="6207907" y="4945966"/>
            <a:ext cx="858662" cy="63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7" name="TextBox 196">
            <a:extLst>
              <a:ext uri="{FF2B5EF4-FFF2-40B4-BE49-F238E27FC236}">
                <a16:creationId xmlns:a16="http://schemas.microsoft.com/office/drawing/2014/main" id="{DB710FCB-F998-426D-9B0E-D70EFF3D16B8}"/>
              </a:ext>
            </a:extLst>
          </p:cNvPr>
          <p:cNvSpPr txBox="1"/>
          <p:nvPr/>
        </p:nvSpPr>
        <p:spPr>
          <a:xfrm>
            <a:off x="4240523" y="4621798"/>
            <a:ext cx="20542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Hotels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Cancel Booking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29C3B86D-CA08-4CF7-82B1-6667F8AC9E48}"/>
              </a:ext>
            </a:extLst>
          </p:cNvPr>
          <p:cNvSpPr txBox="1"/>
          <p:nvPr/>
        </p:nvSpPr>
        <p:spPr>
          <a:xfrm>
            <a:off x="4334138" y="5671537"/>
            <a:ext cx="19319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Users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Online User Login Icon In Black And ...">
            <a:extLst>
              <a:ext uri="{FF2B5EF4-FFF2-40B4-BE49-F238E27FC236}">
                <a16:creationId xmlns:a16="http://schemas.microsoft.com/office/drawing/2014/main" id="{BC2E99CD-FC23-4DC5-A755-81B8E8214C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8448" y="2826708"/>
            <a:ext cx="794493" cy="707886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" name="Graphic 203" descr="User">
            <a:extLst>
              <a:ext uri="{FF2B5EF4-FFF2-40B4-BE49-F238E27FC236}">
                <a16:creationId xmlns:a16="http://schemas.microsoft.com/office/drawing/2014/main" id="{9A7BD8A2-168B-4F47-90AE-04B2EAC655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31807" y="2749447"/>
            <a:ext cx="440046" cy="518864"/>
          </a:xfrm>
          <a:prstGeom prst="rect">
            <a:avLst/>
          </a:prstGeom>
        </p:spPr>
      </p:pic>
      <p:pic>
        <p:nvPicPr>
          <p:cNvPr id="206" name="Graphic 205" descr="Document">
            <a:extLst>
              <a:ext uri="{FF2B5EF4-FFF2-40B4-BE49-F238E27FC236}">
                <a16:creationId xmlns:a16="http://schemas.microsoft.com/office/drawing/2014/main" id="{08D8508C-60A7-464F-8DEE-9E2EE53A52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73371" y="2996997"/>
            <a:ext cx="798482" cy="585965"/>
          </a:xfrm>
          <a:prstGeom prst="rect">
            <a:avLst/>
          </a:prstGeom>
        </p:spPr>
      </p:pic>
      <p:pic>
        <p:nvPicPr>
          <p:cNvPr id="210" name="Graphic 209" descr="Database">
            <a:extLst>
              <a:ext uri="{FF2B5EF4-FFF2-40B4-BE49-F238E27FC236}">
                <a16:creationId xmlns:a16="http://schemas.microsoft.com/office/drawing/2014/main" id="{F5B96B23-40BE-477E-8488-2763B9D04C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36728" y="2814959"/>
            <a:ext cx="914400" cy="792539"/>
          </a:xfrm>
          <a:prstGeom prst="rect">
            <a:avLst/>
          </a:prstGeom>
        </p:spPr>
      </p:pic>
      <p:pic>
        <p:nvPicPr>
          <p:cNvPr id="212" name="Graphic 211" descr="Open envelope">
            <a:extLst>
              <a:ext uri="{FF2B5EF4-FFF2-40B4-BE49-F238E27FC236}">
                <a16:creationId xmlns:a16="http://schemas.microsoft.com/office/drawing/2014/main" id="{7C3AD3B4-FB8B-43CB-A2E3-F4BC161237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562787" y="2826708"/>
            <a:ext cx="914400" cy="660999"/>
          </a:xfrm>
          <a:prstGeom prst="rect">
            <a:avLst/>
          </a:prstGeom>
        </p:spPr>
      </p:pic>
      <p:pic>
        <p:nvPicPr>
          <p:cNvPr id="216" name="Picture 2">
            <a:extLst>
              <a:ext uri="{FF2B5EF4-FFF2-40B4-BE49-F238E27FC236}">
                <a16:creationId xmlns:a16="http://schemas.microsoft.com/office/drawing/2014/main" id="{31CD1053-5053-4C0A-9DC2-6EFA400ED2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4135" y="2798848"/>
            <a:ext cx="894282" cy="736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4CA484-7C4B-EC28-2468-9A4F330C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17508-117F-46CE-B9BC-710C761781C5}" type="datetime1">
              <a:rPr lang="en-US" smtClean="0"/>
              <a:t>9/3/2026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6C309B-488C-8310-08D5-8022BCA93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CAPSTONE PROJECT 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D7EC3-689A-0BCD-F9D0-D5A5B83BC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A04F-A5D8-41CD-89E5-325BBB6AC5B6}" type="slidenum">
              <a:rPr lang="en-IN" smtClean="0"/>
              <a:t>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542104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3.png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326E9E22-3105-4EF9-81F1-EEB6B89AD0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897" y="365279"/>
            <a:ext cx="10037762" cy="1030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1A6F44C-AABA-4F82-9734-9F94BF38D5CE}"/>
              </a:ext>
            </a:extLst>
          </p:cNvPr>
          <p:cNvSpPr/>
          <p:nvPr/>
        </p:nvSpPr>
        <p:spPr>
          <a:xfrm>
            <a:off x="4757438" y="3075038"/>
            <a:ext cx="6821098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5400" b="1" dirty="0">
                <a:ln w="0"/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TECHNIQUES USED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4D2056-98CB-4BFB-A91B-40B7850E6B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751" y="1846169"/>
            <a:ext cx="4013712" cy="369570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3D9FC8-3FDB-02C6-BE84-B63BA2152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78B3-2BDD-4F4C-9B5C-F84D8EC57FA0}" type="datetime1">
              <a:rPr lang="en-US" smtClean="0"/>
              <a:t>9/3/2026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8BDB8F-6C2A-974D-3CC2-DF6200151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CAPSTONE PROJECT 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4848E2-5E97-B364-9B84-D6C842C7D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A04F-A5D8-41CD-89E5-325BBB6AC5B6}" type="slidenum">
              <a:rPr lang="en-IN" smtClean="0"/>
              <a:t>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460567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3.png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C74089F4-1DBB-4FAC-BF47-AF11176635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4351" y="310782"/>
            <a:ext cx="10037762" cy="1030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A1A5CB1D-C1A6-4D8F-8C56-8DA1EA9F96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6873092"/>
              </p:ext>
            </p:extLst>
          </p:nvPr>
        </p:nvGraphicFramePr>
        <p:xfrm>
          <a:off x="1517450" y="2314576"/>
          <a:ext cx="8985649" cy="32956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1D88BF-BCCA-EBDD-6613-B6B5CCCBE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473DC-214A-47B1-884C-86B5A6E7EAB7}" type="datetime1">
              <a:rPr lang="en-US" smtClean="0"/>
              <a:t>9/3/2026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A5A12F-C338-C19C-FF99-6E37AF0DE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CAPSTONE PROJECT 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46DA6D-419B-3301-D464-6F367583E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A04F-A5D8-41CD-89E5-325BBB6AC5B6}" type="slidenum">
              <a:rPr lang="en-IN" smtClean="0"/>
              <a:t>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995092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3.png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C74089F4-1DBB-4FAC-BF47-AF11176635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4351" y="310782"/>
            <a:ext cx="10037762" cy="1030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A1A5CB1D-C1A6-4D8F-8C56-8DA1EA9F96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31555448"/>
              </p:ext>
            </p:extLst>
          </p:nvPr>
        </p:nvGraphicFramePr>
        <p:xfrm>
          <a:off x="574476" y="2517775"/>
          <a:ext cx="6959800" cy="28479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026" name="Picture 2" descr="Hotel Booking Pictures | Download Free Images on Unsplash">
            <a:extLst>
              <a:ext uri="{FF2B5EF4-FFF2-40B4-BE49-F238E27FC236}">
                <a16:creationId xmlns:a16="http://schemas.microsoft.com/office/drawing/2014/main" id="{FB37330C-E322-45EC-9C59-5504BA2730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6501" y="2052637"/>
            <a:ext cx="3070624" cy="2752725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F9D497-7EAE-2CA8-6864-C29E68DD7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12574-2215-46B5-B255-5C8DF7573E94}" type="datetime1">
              <a:rPr lang="en-US" smtClean="0"/>
              <a:t>9/3/2026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9576F6-EFD5-A20F-7937-78466BBA9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CAPSTONE PROJECT 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D63C56-CDC4-B363-DDCC-39CFF057F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A04F-A5D8-41CD-89E5-325BBB6AC5B6}" type="slidenum">
              <a:rPr lang="en-IN" smtClean="0"/>
              <a:t>10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825990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3.png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326E9E22-3105-4EF9-81F1-EEB6B89AD0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897" y="365279"/>
            <a:ext cx="10037762" cy="1030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29085B1-2707-4A8D-A02C-4BF2C08A6686}"/>
              </a:ext>
            </a:extLst>
          </p:cNvPr>
          <p:cNvSpPr/>
          <p:nvPr/>
        </p:nvSpPr>
        <p:spPr>
          <a:xfrm>
            <a:off x="1741765" y="2551837"/>
            <a:ext cx="9167894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MODULE 2 : User Portal</a:t>
            </a:r>
          </a:p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(Booking &amp; Guest Experience)  </a:t>
            </a:r>
            <a:endParaRPr lang="en-IN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055A90-83C7-1CF4-A557-53FD15874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54B35-F524-45FE-A9C1-8A78847F0B4E}" type="datetime1">
              <a:rPr lang="en-US" smtClean="0"/>
              <a:t>9/3/2026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5185C4-5E63-32F8-61A9-230E424BB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CAPSTONE PROJECT 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4B0E84-D51B-7B15-A244-A056892FC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A04F-A5D8-41CD-89E5-325BBB6AC5B6}" type="slidenum">
              <a:rPr lang="en-IN" smtClean="0"/>
              <a:t>11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398463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3.png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21449178-D7BD-4D18-BC80-59FEA96D24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693" y="273075"/>
            <a:ext cx="10037762" cy="1030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78BAAE3B-F626-4582-A2DB-6E7955C42610}"/>
              </a:ext>
            </a:extLst>
          </p:cNvPr>
          <p:cNvCxnSpPr>
            <a:cxnSpLocks/>
          </p:cNvCxnSpPr>
          <p:nvPr/>
        </p:nvCxnSpPr>
        <p:spPr>
          <a:xfrm>
            <a:off x="944010" y="4251030"/>
            <a:ext cx="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Rectangle: Rounded Corners 159">
            <a:extLst>
              <a:ext uri="{FF2B5EF4-FFF2-40B4-BE49-F238E27FC236}">
                <a16:creationId xmlns:a16="http://schemas.microsoft.com/office/drawing/2014/main" id="{4E7FAB2E-1284-4121-A75D-6E99817171C9}"/>
              </a:ext>
            </a:extLst>
          </p:cNvPr>
          <p:cNvSpPr/>
          <p:nvPr/>
        </p:nvSpPr>
        <p:spPr>
          <a:xfrm>
            <a:off x="524491" y="2728166"/>
            <a:ext cx="1847654" cy="904973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3572B577-1765-46D1-9421-5FE7C4CDC320}"/>
              </a:ext>
            </a:extLst>
          </p:cNvPr>
          <p:cNvSpPr txBox="1"/>
          <p:nvPr/>
        </p:nvSpPr>
        <p:spPr>
          <a:xfrm>
            <a:off x="440204" y="3663204"/>
            <a:ext cx="19319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Page </a:t>
            </a:r>
          </a:p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(User / Admin)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2" name="Rectangle: Rounded Corners 161">
            <a:extLst>
              <a:ext uri="{FF2B5EF4-FFF2-40B4-BE49-F238E27FC236}">
                <a16:creationId xmlns:a16="http://schemas.microsoft.com/office/drawing/2014/main" id="{90F9D8BC-813E-4079-9CAD-C13E917FE875}"/>
              </a:ext>
            </a:extLst>
          </p:cNvPr>
          <p:cNvSpPr/>
          <p:nvPr/>
        </p:nvSpPr>
        <p:spPr>
          <a:xfrm>
            <a:off x="2964939" y="2728166"/>
            <a:ext cx="1847654" cy="90497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3" name="Rectangle: Rounded Corners 162">
            <a:extLst>
              <a:ext uri="{FF2B5EF4-FFF2-40B4-BE49-F238E27FC236}">
                <a16:creationId xmlns:a16="http://schemas.microsoft.com/office/drawing/2014/main" id="{A0B84CB4-D18E-469E-97B5-2A7D3E759AA8}"/>
              </a:ext>
            </a:extLst>
          </p:cNvPr>
          <p:cNvSpPr/>
          <p:nvPr/>
        </p:nvSpPr>
        <p:spPr>
          <a:xfrm>
            <a:off x="8715133" y="5528407"/>
            <a:ext cx="1847654" cy="90497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4" name="Rectangle: Rounded Corners 163">
            <a:extLst>
              <a:ext uri="{FF2B5EF4-FFF2-40B4-BE49-F238E27FC236}">
                <a16:creationId xmlns:a16="http://schemas.microsoft.com/office/drawing/2014/main" id="{6378AF2D-B97B-4ED7-89E0-D12195F28922}"/>
              </a:ext>
            </a:extLst>
          </p:cNvPr>
          <p:cNvSpPr/>
          <p:nvPr/>
        </p:nvSpPr>
        <p:spPr>
          <a:xfrm>
            <a:off x="10165255" y="2728165"/>
            <a:ext cx="1847654" cy="90497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5" name="Rectangle: Rounded Corners 164">
            <a:extLst>
              <a:ext uri="{FF2B5EF4-FFF2-40B4-BE49-F238E27FC236}">
                <a16:creationId xmlns:a16="http://schemas.microsoft.com/office/drawing/2014/main" id="{57215A46-94FF-4576-9EB7-91850B925F0F}"/>
              </a:ext>
            </a:extLst>
          </p:cNvPr>
          <p:cNvSpPr/>
          <p:nvPr/>
        </p:nvSpPr>
        <p:spPr>
          <a:xfrm>
            <a:off x="7812245" y="2737998"/>
            <a:ext cx="1847654" cy="90497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6" name="Rectangle: Rounded Corners 165">
            <a:extLst>
              <a:ext uri="{FF2B5EF4-FFF2-40B4-BE49-F238E27FC236}">
                <a16:creationId xmlns:a16="http://schemas.microsoft.com/office/drawing/2014/main" id="{4C00D86B-07E1-461E-BAFA-1B8199F4E65D}"/>
              </a:ext>
            </a:extLst>
          </p:cNvPr>
          <p:cNvSpPr/>
          <p:nvPr/>
        </p:nvSpPr>
        <p:spPr>
          <a:xfrm>
            <a:off x="8693928" y="4494114"/>
            <a:ext cx="1847654" cy="904973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7" name="Rectangle: Rounded Corners 166">
            <a:extLst>
              <a:ext uri="{FF2B5EF4-FFF2-40B4-BE49-F238E27FC236}">
                <a16:creationId xmlns:a16="http://schemas.microsoft.com/office/drawing/2014/main" id="{27723AD0-AE8A-4DA1-83BE-6EDC2117452C}"/>
              </a:ext>
            </a:extLst>
          </p:cNvPr>
          <p:cNvSpPr/>
          <p:nvPr/>
        </p:nvSpPr>
        <p:spPr>
          <a:xfrm>
            <a:off x="5405387" y="2728166"/>
            <a:ext cx="1847654" cy="904973"/>
          </a:xfrm>
          <a:prstGeom prst="roundRect">
            <a:avLst/>
          </a:prstGeom>
          <a:solidFill>
            <a:schemeClr val="bg1"/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F98D4D53-063E-4A89-B625-28026C2B0BEE}"/>
              </a:ext>
            </a:extLst>
          </p:cNvPr>
          <p:cNvSpPr txBox="1"/>
          <p:nvPr/>
        </p:nvSpPr>
        <p:spPr>
          <a:xfrm>
            <a:off x="2880929" y="3698798"/>
            <a:ext cx="1931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Homepage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C336A87F-1DCA-465E-80ED-7610AD277A52}"/>
              </a:ext>
            </a:extLst>
          </p:cNvPr>
          <p:cNvSpPr txBox="1"/>
          <p:nvPr/>
        </p:nvSpPr>
        <p:spPr>
          <a:xfrm>
            <a:off x="5186432" y="3678070"/>
            <a:ext cx="2162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PHP </a:t>
            </a:r>
          </a:p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BA99755D-AA77-49E5-A291-4348A42B3DC1}"/>
              </a:ext>
            </a:extLst>
          </p:cNvPr>
          <p:cNvSpPr txBox="1"/>
          <p:nvPr/>
        </p:nvSpPr>
        <p:spPr>
          <a:xfrm>
            <a:off x="7770101" y="3718463"/>
            <a:ext cx="19319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 SQL Database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234829C7-5FAF-4700-93C3-45F453AFD881}"/>
              </a:ext>
            </a:extLst>
          </p:cNvPr>
          <p:cNvSpPr txBox="1"/>
          <p:nvPr/>
        </p:nvSpPr>
        <p:spPr>
          <a:xfrm>
            <a:off x="10123111" y="3698798"/>
            <a:ext cx="19319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 Notification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6594692D-ED8D-4BF5-8EF6-16890A272D51}"/>
              </a:ext>
            </a:extLst>
          </p:cNvPr>
          <p:cNvSpPr/>
          <p:nvPr/>
        </p:nvSpPr>
        <p:spPr>
          <a:xfrm>
            <a:off x="3332105" y="1504159"/>
            <a:ext cx="5527795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0"/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  <a:r>
              <a:rPr lang="en-US" sz="3600" b="1" dirty="0">
                <a:ln w="0"/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: (User Side)</a:t>
            </a:r>
            <a:endParaRPr lang="en-US" sz="3600" b="1" cap="none" spc="0" dirty="0">
              <a:ln w="0"/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  <a:reflection blurRad="6350" stA="53000" endA="300" endPos="35500" dir="5400000" sy="-90000" algn="bl" rotWithShape="0"/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83DF4CC7-9A74-4D39-B630-7CD17DBEF3E1}"/>
              </a:ext>
            </a:extLst>
          </p:cNvPr>
          <p:cNvSpPr txBox="1"/>
          <p:nvPr/>
        </p:nvSpPr>
        <p:spPr>
          <a:xfrm>
            <a:off x="8853051" y="5657727"/>
            <a:ext cx="19319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Rooms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Bookings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882C8296-61C5-42AE-9C41-60AC7AFFA451}"/>
              </a:ext>
            </a:extLst>
          </p:cNvPr>
          <p:cNvSpPr txBox="1"/>
          <p:nvPr/>
        </p:nvSpPr>
        <p:spPr>
          <a:xfrm>
            <a:off x="8841412" y="4623434"/>
            <a:ext cx="19319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Hotels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6" name="Straight Arrow Connector 175">
            <a:extLst>
              <a:ext uri="{FF2B5EF4-FFF2-40B4-BE49-F238E27FC236}">
                <a16:creationId xmlns:a16="http://schemas.microsoft.com/office/drawing/2014/main" id="{382DFCC5-9865-4F16-9F0F-1306475CC7E6}"/>
              </a:ext>
            </a:extLst>
          </p:cNvPr>
          <p:cNvCxnSpPr>
            <a:cxnSpLocks/>
            <a:endCxn id="162" idx="1"/>
          </p:cNvCxnSpPr>
          <p:nvPr/>
        </p:nvCxnSpPr>
        <p:spPr>
          <a:xfrm>
            <a:off x="2372145" y="3180651"/>
            <a:ext cx="592794" cy="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8" name="Straight Arrow Connector 177">
            <a:extLst>
              <a:ext uri="{FF2B5EF4-FFF2-40B4-BE49-F238E27FC236}">
                <a16:creationId xmlns:a16="http://schemas.microsoft.com/office/drawing/2014/main" id="{38489344-CC03-4C49-AEB1-1304B8C792EE}"/>
              </a:ext>
            </a:extLst>
          </p:cNvPr>
          <p:cNvCxnSpPr>
            <a:cxnSpLocks/>
            <a:endCxn id="164" idx="1"/>
          </p:cNvCxnSpPr>
          <p:nvPr/>
        </p:nvCxnSpPr>
        <p:spPr>
          <a:xfrm>
            <a:off x="9659899" y="3180651"/>
            <a:ext cx="505356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9" name="Straight Arrow Connector 178">
            <a:extLst>
              <a:ext uri="{FF2B5EF4-FFF2-40B4-BE49-F238E27FC236}">
                <a16:creationId xmlns:a16="http://schemas.microsoft.com/office/drawing/2014/main" id="{09D9E654-1C96-4B8A-8C39-9D88F15D9593}"/>
              </a:ext>
            </a:extLst>
          </p:cNvPr>
          <p:cNvCxnSpPr>
            <a:cxnSpLocks/>
            <a:endCxn id="165" idx="1"/>
          </p:cNvCxnSpPr>
          <p:nvPr/>
        </p:nvCxnSpPr>
        <p:spPr>
          <a:xfrm>
            <a:off x="7266255" y="3190483"/>
            <a:ext cx="545990" cy="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0" name="Straight Arrow Connector 179">
            <a:extLst>
              <a:ext uri="{FF2B5EF4-FFF2-40B4-BE49-F238E27FC236}">
                <a16:creationId xmlns:a16="http://schemas.microsoft.com/office/drawing/2014/main" id="{A39DBD8B-DA13-4D0B-9EB5-E5C780B1BEC2}"/>
              </a:ext>
            </a:extLst>
          </p:cNvPr>
          <p:cNvCxnSpPr>
            <a:cxnSpLocks/>
            <a:endCxn id="167" idx="1"/>
          </p:cNvCxnSpPr>
          <p:nvPr/>
        </p:nvCxnSpPr>
        <p:spPr>
          <a:xfrm>
            <a:off x="4812593" y="3180651"/>
            <a:ext cx="592794" cy="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4" name="Straight Arrow Connector 183">
            <a:extLst>
              <a:ext uri="{FF2B5EF4-FFF2-40B4-BE49-F238E27FC236}">
                <a16:creationId xmlns:a16="http://schemas.microsoft.com/office/drawing/2014/main" id="{78AB9CD0-A6F3-4FE9-A1DD-0AE1FC6313A2}"/>
              </a:ext>
            </a:extLst>
          </p:cNvPr>
          <p:cNvCxnSpPr>
            <a:cxnSpLocks/>
          </p:cNvCxnSpPr>
          <p:nvPr/>
        </p:nvCxnSpPr>
        <p:spPr>
          <a:xfrm>
            <a:off x="8055135" y="3633138"/>
            <a:ext cx="0" cy="292292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6" name="Straight Arrow Connector 185">
            <a:extLst>
              <a:ext uri="{FF2B5EF4-FFF2-40B4-BE49-F238E27FC236}">
                <a16:creationId xmlns:a16="http://schemas.microsoft.com/office/drawing/2014/main" id="{F984358A-77C5-487F-924C-7BF90CA36F1E}"/>
              </a:ext>
            </a:extLst>
          </p:cNvPr>
          <p:cNvCxnSpPr>
            <a:cxnSpLocks/>
            <a:endCxn id="166" idx="1"/>
          </p:cNvCxnSpPr>
          <p:nvPr/>
        </p:nvCxnSpPr>
        <p:spPr>
          <a:xfrm>
            <a:off x="8055135" y="4945967"/>
            <a:ext cx="638793" cy="63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8" name="Straight Arrow Connector 187">
            <a:extLst>
              <a:ext uri="{FF2B5EF4-FFF2-40B4-BE49-F238E27FC236}">
                <a16:creationId xmlns:a16="http://schemas.microsoft.com/office/drawing/2014/main" id="{C4C860E7-9488-4878-AC5C-D70F132C2D72}"/>
              </a:ext>
            </a:extLst>
          </p:cNvPr>
          <p:cNvCxnSpPr>
            <a:cxnSpLocks/>
            <a:endCxn id="163" idx="1"/>
          </p:cNvCxnSpPr>
          <p:nvPr/>
        </p:nvCxnSpPr>
        <p:spPr>
          <a:xfrm>
            <a:off x="8055135" y="5980892"/>
            <a:ext cx="659998" cy="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0" name="Straight Arrow Connector 189">
            <a:extLst>
              <a:ext uri="{FF2B5EF4-FFF2-40B4-BE49-F238E27FC236}">
                <a16:creationId xmlns:a16="http://schemas.microsoft.com/office/drawing/2014/main" id="{2E4B9AA8-EE4C-4A5C-BEAE-07FF6C160548}"/>
              </a:ext>
            </a:extLst>
          </p:cNvPr>
          <p:cNvCxnSpPr>
            <a:cxnSpLocks/>
          </p:cNvCxnSpPr>
          <p:nvPr/>
        </p:nvCxnSpPr>
        <p:spPr>
          <a:xfrm>
            <a:off x="7066993" y="3633138"/>
            <a:ext cx="0" cy="292292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1" name="Rectangle: Rounded Corners 190">
            <a:extLst>
              <a:ext uri="{FF2B5EF4-FFF2-40B4-BE49-F238E27FC236}">
                <a16:creationId xmlns:a16="http://schemas.microsoft.com/office/drawing/2014/main" id="{F00627F8-A78B-4E47-8740-2245DF7A7748}"/>
              </a:ext>
            </a:extLst>
          </p:cNvPr>
          <p:cNvSpPr/>
          <p:nvPr/>
        </p:nvSpPr>
        <p:spPr>
          <a:xfrm>
            <a:off x="4250690" y="5528405"/>
            <a:ext cx="1966563" cy="904973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92" name="Rectangle: Rounded Corners 191">
            <a:extLst>
              <a:ext uri="{FF2B5EF4-FFF2-40B4-BE49-F238E27FC236}">
                <a16:creationId xmlns:a16="http://schemas.microsoft.com/office/drawing/2014/main" id="{4348EEDB-BB77-44C2-AD63-ED85B9C31925}"/>
              </a:ext>
            </a:extLst>
          </p:cNvPr>
          <p:cNvSpPr/>
          <p:nvPr/>
        </p:nvSpPr>
        <p:spPr>
          <a:xfrm>
            <a:off x="4250690" y="4494114"/>
            <a:ext cx="1957217" cy="904973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93" name="Straight Arrow Connector 192">
            <a:extLst>
              <a:ext uri="{FF2B5EF4-FFF2-40B4-BE49-F238E27FC236}">
                <a16:creationId xmlns:a16="http://schemas.microsoft.com/office/drawing/2014/main" id="{57917ABF-A4AF-4B71-A350-DDF597229936}"/>
              </a:ext>
            </a:extLst>
          </p:cNvPr>
          <p:cNvCxnSpPr>
            <a:cxnSpLocks/>
            <a:endCxn id="191" idx="3"/>
          </p:cNvCxnSpPr>
          <p:nvPr/>
        </p:nvCxnSpPr>
        <p:spPr>
          <a:xfrm flipH="1">
            <a:off x="6217253" y="5968934"/>
            <a:ext cx="858662" cy="1195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4" name="Straight Arrow Connector 193">
            <a:extLst>
              <a:ext uri="{FF2B5EF4-FFF2-40B4-BE49-F238E27FC236}">
                <a16:creationId xmlns:a16="http://schemas.microsoft.com/office/drawing/2014/main" id="{9ED62EF2-5F64-4DAE-B83B-071DD377ECEC}"/>
              </a:ext>
            </a:extLst>
          </p:cNvPr>
          <p:cNvCxnSpPr>
            <a:cxnSpLocks/>
            <a:endCxn id="192" idx="3"/>
          </p:cNvCxnSpPr>
          <p:nvPr/>
        </p:nvCxnSpPr>
        <p:spPr>
          <a:xfrm flipH="1">
            <a:off x="6207907" y="4945966"/>
            <a:ext cx="858662" cy="63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7" name="TextBox 196">
            <a:extLst>
              <a:ext uri="{FF2B5EF4-FFF2-40B4-BE49-F238E27FC236}">
                <a16:creationId xmlns:a16="http://schemas.microsoft.com/office/drawing/2014/main" id="{DB710FCB-F998-426D-9B0E-D70EFF3D16B8}"/>
              </a:ext>
            </a:extLst>
          </p:cNvPr>
          <p:cNvSpPr txBox="1"/>
          <p:nvPr/>
        </p:nvSpPr>
        <p:spPr>
          <a:xfrm>
            <a:off x="4309677" y="4600822"/>
            <a:ext cx="19319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Browse Cities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Details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29C3B86D-CA08-4CF7-82B1-6667F8AC9E48}"/>
              </a:ext>
            </a:extLst>
          </p:cNvPr>
          <p:cNvSpPr txBox="1"/>
          <p:nvPr/>
        </p:nvSpPr>
        <p:spPr>
          <a:xfrm>
            <a:off x="4334138" y="5671537"/>
            <a:ext cx="19319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bookings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Online User Login Icon In Black And ...">
            <a:extLst>
              <a:ext uri="{FF2B5EF4-FFF2-40B4-BE49-F238E27FC236}">
                <a16:creationId xmlns:a16="http://schemas.microsoft.com/office/drawing/2014/main" id="{BC2E99CD-FC23-4DC5-A755-81B8E8214C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8448" y="2826708"/>
            <a:ext cx="794493" cy="707886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" name="Graphic 203" descr="User">
            <a:extLst>
              <a:ext uri="{FF2B5EF4-FFF2-40B4-BE49-F238E27FC236}">
                <a16:creationId xmlns:a16="http://schemas.microsoft.com/office/drawing/2014/main" id="{9A7BD8A2-168B-4F47-90AE-04B2EAC655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31807" y="2749447"/>
            <a:ext cx="440046" cy="518864"/>
          </a:xfrm>
          <a:prstGeom prst="rect">
            <a:avLst/>
          </a:prstGeom>
        </p:spPr>
      </p:pic>
      <p:pic>
        <p:nvPicPr>
          <p:cNvPr id="206" name="Graphic 205" descr="Document">
            <a:extLst>
              <a:ext uri="{FF2B5EF4-FFF2-40B4-BE49-F238E27FC236}">
                <a16:creationId xmlns:a16="http://schemas.microsoft.com/office/drawing/2014/main" id="{08D8508C-60A7-464F-8DEE-9E2EE53A52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73371" y="2996997"/>
            <a:ext cx="798482" cy="585965"/>
          </a:xfrm>
          <a:prstGeom prst="rect">
            <a:avLst/>
          </a:prstGeom>
        </p:spPr>
      </p:pic>
      <p:pic>
        <p:nvPicPr>
          <p:cNvPr id="39" name="Graphic 38" descr="Database">
            <a:extLst>
              <a:ext uri="{FF2B5EF4-FFF2-40B4-BE49-F238E27FC236}">
                <a16:creationId xmlns:a16="http://schemas.microsoft.com/office/drawing/2014/main" id="{B2D49F54-EEC3-49D9-9CA2-EF858CAB3A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36728" y="2814959"/>
            <a:ext cx="914400" cy="792539"/>
          </a:xfrm>
          <a:prstGeom prst="rect">
            <a:avLst/>
          </a:prstGeom>
        </p:spPr>
      </p:pic>
      <p:pic>
        <p:nvPicPr>
          <p:cNvPr id="40" name="Graphic 39" descr="Open envelope">
            <a:extLst>
              <a:ext uri="{FF2B5EF4-FFF2-40B4-BE49-F238E27FC236}">
                <a16:creationId xmlns:a16="http://schemas.microsoft.com/office/drawing/2014/main" id="{7D8A3338-716F-4B0B-8FB0-D5F3B018D0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562787" y="2826708"/>
            <a:ext cx="914400" cy="660999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4B06E829-E4C3-4752-AF09-6AE7B5F686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4135" y="2798848"/>
            <a:ext cx="894282" cy="736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F67609-912B-633C-5A18-948E48271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05BA1-4143-4F5D-9583-F85016959CEB}" type="datetime1">
              <a:rPr lang="en-US" smtClean="0"/>
              <a:t>9/3/2026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548250-898D-631F-72BF-01157EDD6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CAPSTONE PROJECT 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05C71C-6947-2696-ECA8-0EF937A8F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A04F-A5D8-41CD-89E5-325BBB6AC5B6}" type="slidenum">
              <a:rPr lang="en-IN" smtClean="0"/>
              <a:t>12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891335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3.png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C74089F4-1DBB-4FAC-BF47-AF11176635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4351" y="310782"/>
            <a:ext cx="10037762" cy="1030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A1A5CB1D-C1A6-4D8F-8C56-8DA1EA9F96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80257210"/>
              </p:ext>
            </p:extLst>
          </p:nvPr>
        </p:nvGraphicFramePr>
        <p:xfrm>
          <a:off x="1700407" y="2466976"/>
          <a:ext cx="8985649" cy="32956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F436BC-B605-1E0F-C873-7EB844BC9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FDDED-2CA4-463E-B856-CC5137384B95}" type="datetime1">
              <a:rPr lang="en-US" smtClean="0"/>
              <a:t>9/3/2026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77C27-F15B-CE85-B423-112013C11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CAPSTONE PROJECT 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1B1E4B-911D-3C0B-457E-92ECA1506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A04F-A5D8-41CD-89E5-325BBB6AC5B6}" type="slidenum">
              <a:rPr lang="en-IN" smtClean="0"/>
              <a:t>13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716644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3.png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C74089F4-1DBB-4FAC-BF47-AF11176635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4351" y="310782"/>
            <a:ext cx="10037762" cy="1030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A1A5CB1D-C1A6-4D8F-8C56-8DA1EA9F96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91576112"/>
              </p:ext>
            </p:extLst>
          </p:nvPr>
        </p:nvGraphicFramePr>
        <p:xfrm>
          <a:off x="4116288" y="2479675"/>
          <a:ext cx="7313712" cy="28479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2050" name="Picture 2" descr="Hotel reservation Images - Free ...">
            <a:extLst>
              <a:ext uri="{FF2B5EF4-FFF2-40B4-BE49-F238E27FC236}">
                <a16:creationId xmlns:a16="http://schemas.microsoft.com/office/drawing/2014/main" id="{61AA49AA-826A-4BB2-8A10-FF9A57C74C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188" y="1799431"/>
            <a:ext cx="3128962" cy="304958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1542C-4918-4B02-7D44-D4FC9F245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9BF4F-4D22-409B-8E9F-F77379732517}" type="datetime1">
              <a:rPr lang="en-US" smtClean="0"/>
              <a:t>9/3/2026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0CFB62-AE2C-B904-C79A-0589367D1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CAPSTONE PROJECT 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889DB2-225B-EFB9-B1AF-153CEA96E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A04F-A5D8-41CD-89E5-325BBB6AC5B6}" type="slidenum">
              <a:rPr lang="en-IN" smtClean="0"/>
              <a:t>14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630543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3.png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C74089F4-1DBB-4FAC-BF47-AF11176635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4351" y="310782"/>
            <a:ext cx="10037762" cy="1030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98F9E7B-7941-489A-9A92-95C4DE3EEB0E}"/>
              </a:ext>
            </a:extLst>
          </p:cNvPr>
          <p:cNvSpPr txBox="1"/>
          <p:nvPr/>
        </p:nvSpPr>
        <p:spPr>
          <a:xfrm>
            <a:off x="4741682" y="1515447"/>
            <a:ext cx="68001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C00000"/>
                </a:solidFill>
              </a:rPr>
              <a:t>TECHNIQUES </a:t>
            </a:r>
            <a:endParaRPr lang="en-IN" sz="3200" b="1" dirty="0">
              <a:solidFill>
                <a:srgbClr val="C00000"/>
              </a:solidFill>
            </a:endParaRP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F43FB807-CC44-4C00-BF74-4ED41B6FABE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13126541"/>
              </p:ext>
            </p:extLst>
          </p:nvPr>
        </p:nvGraphicFramePr>
        <p:xfrm>
          <a:off x="929064" y="1558649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6" name="Group 5">
            <a:extLst>
              <a:ext uri="{FF2B5EF4-FFF2-40B4-BE49-F238E27FC236}">
                <a16:creationId xmlns:a16="http://schemas.microsoft.com/office/drawing/2014/main" id="{550A2A4B-1B62-4675-B58C-FCC040D1E2D3}"/>
              </a:ext>
            </a:extLst>
          </p:cNvPr>
          <p:cNvGrpSpPr/>
          <p:nvPr/>
        </p:nvGrpSpPr>
        <p:grpSpPr>
          <a:xfrm>
            <a:off x="8639722" y="2343253"/>
            <a:ext cx="2793365" cy="1117346"/>
            <a:chOff x="5332456" y="2150660"/>
            <a:chExt cx="2793365" cy="1117346"/>
          </a:xfrm>
        </p:grpSpPr>
        <p:sp>
          <p:nvSpPr>
            <p:cNvPr id="7" name="Arrow: Chevron 6">
              <a:extLst>
                <a:ext uri="{FF2B5EF4-FFF2-40B4-BE49-F238E27FC236}">
                  <a16:creationId xmlns:a16="http://schemas.microsoft.com/office/drawing/2014/main" id="{40EB7528-68A0-4157-BB4E-3524545D18EA}"/>
                </a:ext>
              </a:extLst>
            </p:cNvPr>
            <p:cNvSpPr/>
            <p:nvPr/>
          </p:nvSpPr>
          <p:spPr>
            <a:xfrm>
              <a:off x="5332456" y="2150660"/>
              <a:ext cx="2793365" cy="1117346"/>
            </a:xfrm>
            <a:prstGeom prst="chevron">
              <a:avLst/>
            </a:prstGeom>
            <a:ln>
              <a:solidFill>
                <a:schemeClr val="tx1">
                  <a:alpha val="90000"/>
                </a:schemeClr>
              </a:solidFill>
            </a:ln>
          </p:spPr>
          <p:style>
            <a:lnRef idx="2">
              <a:scrgbClr r="0" g="0" b="0"/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8" name="Arrow: Chevron 4">
              <a:extLst>
                <a:ext uri="{FF2B5EF4-FFF2-40B4-BE49-F238E27FC236}">
                  <a16:creationId xmlns:a16="http://schemas.microsoft.com/office/drawing/2014/main" id="{C7F3E9E0-BAD0-44AA-A2FA-3A474B62E899}"/>
                </a:ext>
              </a:extLst>
            </p:cNvPr>
            <p:cNvSpPr txBox="1"/>
            <p:nvPr/>
          </p:nvSpPr>
          <p:spPr>
            <a:xfrm>
              <a:off x="5891129" y="2150660"/>
              <a:ext cx="1676019" cy="111734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4130" tIns="12065" rIns="0" bIns="12065" numCol="1" spcCol="1270" anchor="ctr" anchorCtr="0">
              <a:noAutofit/>
            </a:bodyPr>
            <a:lstStyle/>
            <a:p>
              <a:pPr lvl="0"/>
              <a:r>
                <a:rPr lang="en-US" sz="2000" dirty="0"/>
                <a:t>Dynamic Hero images and Room Galleries</a:t>
              </a:r>
              <a:endParaRPr lang="en-IN" sz="2000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C34612A0-2045-4047-BB0F-06ED4A1671CD}"/>
              </a:ext>
            </a:extLst>
          </p:cNvPr>
          <p:cNvGrpSpPr/>
          <p:nvPr/>
        </p:nvGrpSpPr>
        <p:grpSpPr>
          <a:xfrm>
            <a:off x="8636579" y="3690259"/>
            <a:ext cx="2793365" cy="1117346"/>
            <a:chOff x="5332456" y="2150660"/>
            <a:chExt cx="2793365" cy="1117346"/>
          </a:xfrm>
        </p:grpSpPr>
        <p:sp>
          <p:nvSpPr>
            <p:cNvPr id="10" name="Arrow: Chevron 9">
              <a:extLst>
                <a:ext uri="{FF2B5EF4-FFF2-40B4-BE49-F238E27FC236}">
                  <a16:creationId xmlns:a16="http://schemas.microsoft.com/office/drawing/2014/main" id="{706595EB-56AC-48E0-81F3-A549E866183C}"/>
                </a:ext>
              </a:extLst>
            </p:cNvPr>
            <p:cNvSpPr/>
            <p:nvPr/>
          </p:nvSpPr>
          <p:spPr>
            <a:xfrm>
              <a:off x="5332456" y="2150660"/>
              <a:ext cx="2793365" cy="1117346"/>
            </a:xfrm>
            <a:prstGeom prst="chevron">
              <a:avLst/>
            </a:prstGeom>
            <a:ln>
              <a:solidFill>
                <a:schemeClr val="tx1">
                  <a:alpha val="90000"/>
                </a:schemeClr>
              </a:solidFill>
            </a:ln>
          </p:spPr>
          <p:style>
            <a:lnRef idx="2">
              <a:scrgbClr r="0" g="0" b="0"/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1" name="Arrow: Chevron 4">
              <a:extLst>
                <a:ext uri="{FF2B5EF4-FFF2-40B4-BE49-F238E27FC236}">
                  <a16:creationId xmlns:a16="http://schemas.microsoft.com/office/drawing/2014/main" id="{5943D9C0-E5D2-4592-A06D-8ED1F416060B}"/>
                </a:ext>
              </a:extLst>
            </p:cNvPr>
            <p:cNvSpPr txBox="1"/>
            <p:nvPr/>
          </p:nvSpPr>
          <p:spPr>
            <a:xfrm>
              <a:off x="5891129" y="2150660"/>
              <a:ext cx="1676019" cy="111734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4130" tIns="12065" rIns="0" bIns="12065" numCol="1" spcCol="1270" anchor="ctr" anchorCtr="0">
              <a:noAutofit/>
            </a:bodyPr>
            <a:lstStyle/>
            <a:p>
              <a:pPr marL="0" lvl="0" indent="0" algn="ctr"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900" kern="1200" dirty="0"/>
                <a:t>Session Based Login System</a:t>
              </a:r>
              <a:endParaRPr lang="en-IN" sz="1900" kern="1200" dirty="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3FD9E80-EE30-458D-8A78-846B041AF4E8}"/>
              </a:ext>
            </a:extLst>
          </p:cNvPr>
          <p:cNvGrpSpPr/>
          <p:nvPr/>
        </p:nvGrpSpPr>
        <p:grpSpPr>
          <a:xfrm>
            <a:off x="8649713" y="5037461"/>
            <a:ext cx="2793365" cy="1117346"/>
            <a:chOff x="5332456" y="2150660"/>
            <a:chExt cx="2793365" cy="1117346"/>
          </a:xfrm>
        </p:grpSpPr>
        <p:sp>
          <p:nvSpPr>
            <p:cNvPr id="13" name="Arrow: Chevron 12">
              <a:extLst>
                <a:ext uri="{FF2B5EF4-FFF2-40B4-BE49-F238E27FC236}">
                  <a16:creationId xmlns:a16="http://schemas.microsoft.com/office/drawing/2014/main" id="{EF230542-3BAD-41C4-B08B-6152D2ACDAB8}"/>
                </a:ext>
              </a:extLst>
            </p:cNvPr>
            <p:cNvSpPr/>
            <p:nvPr/>
          </p:nvSpPr>
          <p:spPr>
            <a:xfrm>
              <a:off x="5332456" y="2150660"/>
              <a:ext cx="2793365" cy="1117346"/>
            </a:xfrm>
            <a:prstGeom prst="chevron">
              <a:avLst/>
            </a:prstGeom>
            <a:ln>
              <a:solidFill>
                <a:schemeClr val="tx1">
                  <a:alpha val="90000"/>
                </a:schemeClr>
              </a:solidFill>
            </a:ln>
          </p:spPr>
          <p:style>
            <a:lnRef idx="2">
              <a:scrgbClr r="0" g="0" b="0"/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4" name="Arrow: Chevron 4">
              <a:extLst>
                <a:ext uri="{FF2B5EF4-FFF2-40B4-BE49-F238E27FC236}">
                  <a16:creationId xmlns:a16="http://schemas.microsoft.com/office/drawing/2014/main" id="{18F7E391-A7A7-47F8-913E-7F0E75148FAD}"/>
                </a:ext>
              </a:extLst>
            </p:cNvPr>
            <p:cNvSpPr txBox="1"/>
            <p:nvPr/>
          </p:nvSpPr>
          <p:spPr>
            <a:xfrm>
              <a:off x="5891129" y="2150660"/>
              <a:ext cx="1676019" cy="111734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4130" tIns="12065" rIns="0" bIns="12065" numCol="1" spcCol="1270" anchor="ctr" anchorCtr="0">
              <a:noAutofit/>
            </a:bodyPr>
            <a:lstStyle/>
            <a:p>
              <a:pPr lvl="0"/>
              <a:r>
                <a:rPr lang="en-US" sz="2000" dirty="0"/>
                <a:t>Infinity Free for Deployment</a:t>
              </a:r>
              <a:endParaRPr lang="en-IN" sz="2000" dirty="0"/>
            </a:p>
          </p:txBody>
        </p:sp>
      </p:grp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07943D-63B6-E02F-8DAE-86516F062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94B7F-989C-42D7-BE82-20101D35CFA8}" type="datetime1">
              <a:rPr lang="en-US" smtClean="0"/>
              <a:t>9/3/2026</a:t>
            </a:fld>
            <a:endParaRPr lang="en-IN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3853B50C-82D1-3E72-FCB4-076882087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CAPSTONE PROJECT </a:t>
            </a:r>
            <a:endParaRPr lang="en-IN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1427211C-5191-EBCB-9F0D-C04E161E0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A04F-A5D8-41CD-89E5-325BBB6AC5B6}" type="slidenum">
              <a:rPr lang="en-IN" smtClean="0"/>
              <a:t>15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440320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1F200-A485-BB05-C645-9BD0E110A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423530"/>
            <a:ext cx="10515600" cy="1005470"/>
          </a:xfrm>
        </p:spPr>
        <p:txBody>
          <a:bodyPr>
            <a:normAutofit/>
          </a:bodyPr>
          <a:lstStyle/>
          <a:p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MODULE-3 Payment &amp; Billing System</a:t>
            </a:r>
          </a:p>
        </p:txBody>
      </p:sp>
      <p:pic>
        <p:nvPicPr>
          <p:cNvPr id="5" name="image3.png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EADC9749-9F9D-35A3-9E9C-7874DAC508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4351" y="310782"/>
            <a:ext cx="10037762" cy="1030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7AA757-407A-C683-DC95-A16AAC656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A2176-12B6-4C93-B063-F3864D8078FE}" type="datetime1">
              <a:rPr lang="en-US" smtClean="0"/>
              <a:t>9/3/2026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1AAAE4-6FDD-AD55-2E4B-FFA0D74A8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CAPSTONE PROJECT 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B80B5C-8C51-2001-2348-2DED33719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A04F-A5D8-41CD-89E5-325BBB6AC5B6}" type="slidenum">
              <a:rPr lang="en-IN" smtClean="0"/>
              <a:t>16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561905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764EBF-CDC9-9AF9-CA87-1E19E6C695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289" y="1632857"/>
            <a:ext cx="11943183" cy="4963886"/>
          </a:xfrm>
          <a:prstGeom prst="rect">
            <a:avLst/>
          </a:prstGeom>
        </p:spPr>
      </p:pic>
      <p:pic>
        <p:nvPicPr>
          <p:cNvPr id="5" name="image3.png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C860D27D-FD45-52F4-858C-5B94E4E09D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4350" y="339084"/>
            <a:ext cx="10037762" cy="1030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7F2327-EB28-D1DC-45D5-AA9E6ECCB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B57B6-DEC4-4D6A-8ED0-DB3AEDEDE7C1}" type="datetime1">
              <a:rPr lang="en-US" smtClean="0"/>
              <a:t>9/3/2026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D126A5-94B9-888A-D44A-1DE343543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CAPSTONE PROJECT 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DD95AD-04F1-DC50-FAAD-F0A304E97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A04F-A5D8-41CD-89E5-325BBB6AC5B6}" type="slidenum">
              <a:rPr lang="en-IN" smtClean="0"/>
              <a:t>17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785965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3.png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8DBB24A6-3185-4156-A17C-6E59A403BA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4351" y="310782"/>
            <a:ext cx="10037762" cy="1030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11CE86E-23F3-4CEB-9FA8-72D477992263}"/>
              </a:ext>
            </a:extLst>
          </p:cNvPr>
          <p:cNvSpPr/>
          <p:nvPr/>
        </p:nvSpPr>
        <p:spPr>
          <a:xfrm>
            <a:off x="2581510" y="2921168"/>
            <a:ext cx="7223444" cy="101566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6000" dirty="0">
                <a:ln w="0"/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TECHNIQUES USED</a:t>
            </a:r>
            <a:endParaRPr lang="en-US" sz="6000" cap="none" spc="0" dirty="0">
              <a:ln w="0"/>
              <a:effectLst>
                <a:reflection blurRad="6350" stA="53000" endA="300" endPos="35500" dir="5400000" sy="-90000" algn="bl" rotWithShape="0"/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E95EF8-23AF-6D12-5513-FAF14237E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A4D28-CE85-454D-823C-4B1FC463ECE7}" type="datetime1">
              <a:rPr lang="en-US" smtClean="0"/>
              <a:t>9/3/2026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C56170-9CF8-B2C8-76A5-C4B01232B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CAPSTONE PROJECT 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2FED2A-68DB-E69B-A1CF-68CD67E59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A04F-A5D8-41CD-89E5-325BBB6AC5B6}" type="slidenum">
              <a:rPr lang="en-IN" smtClean="0"/>
              <a:t>18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020643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DF9FE47D-F14A-6355-1D08-17B7868B45E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1661247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326198-7408-25B0-6B8C-1BF1E1910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B075E-35BA-4719-8233-15175B4FBD0A}" type="datetime1">
              <a:rPr lang="en-US" smtClean="0"/>
              <a:t>9/3/2026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640669-3148-1723-5B74-6CB860FA5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CAPSTONE PROJECT 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711CE0-B582-E382-441F-EBC0A17FE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A04F-A5D8-41CD-89E5-325BBB6AC5B6}" type="slidenum">
              <a:rPr lang="en-IN" smtClean="0"/>
              <a:t>19</a:t>
            </a:fld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537394C-C256-27D4-51D5-D2959002D45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200" y="615925"/>
            <a:ext cx="10034886" cy="1030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9684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3.png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887923BE-6888-4EB5-8894-B9CD0C3B3C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4350" y="339084"/>
            <a:ext cx="10037762" cy="1030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045B75C-3B5F-4AFD-9825-B7939062CA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004" y="2782596"/>
            <a:ext cx="2630077" cy="256409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DA0A086-D1D9-4DFE-B35F-FD31A50DF9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8691" y="2782595"/>
            <a:ext cx="2563253" cy="256409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6C925AC-26B5-4A94-B74B-671C3A74E2B1}"/>
              </a:ext>
            </a:extLst>
          </p:cNvPr>
          <p:cNvSpPr/>
          <p:nvPr/>
        </p:nvSpPr>
        <p:spPr>
          <a:xfrm>
            <a:off x="3295916" y="1507158"/>
            <a:ext cx="5529078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0" cap="none" spc="0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Admin and User Interface</a:t>
            </a:r>
            <a:endParaRPr lang="en-IN" sz="4000" b="0" cap="none" spc="0" dirty="0">
              <a:ln w="0"/>
              <a:solidFill>
                <a:srgbClr val="C0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1DE7EF5-CA69-4484-9B74-8963CB35200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1410" y="2782593"/>
            <a:ext cx="2563253" cy="256409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75B497E-EC21-4140-85CE-64DA748EEE1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5554" y="2782594"/>
            <a:ext cx="2742246" cy="256409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287272F-3376-4434-B689-D33060E5104D}"/>
              </a:ext>
            </a:extLst>
          </p:cNvPr>
          <p:cNvSpPr txBox="1"/>
          <p:nvPr/>
        </p:nvSpPr>
        <p:spPr>
          <a:xfrm>
            <a:off x="545003" y="2352831"/>
            <a:ext cx="2630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Authentication</a:t>
            </a:r>
            <a:endParaRPr lang="en-IN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097F197-0006-4A03-ADB2-C0F5DB99E7DD}"/>
              </a:ext>
            </a:extLst>
          </p:cNvPr>
          <p:cNvSpPr txBox="1"/>
          <p:nvPr/>
        </p:nvSpPr>
        <p:spPr>
          <a:xfrm>
            <a:off x="3175080" y="2374942"/>
            <a:ext cx="2630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User Portal</a:t>
            </a:r>
            <a:endParaRPr lang="en-IN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99AE977-50F5-4424-863F-ECF202347118}"/>
              </a:ext>
            </a:extLst>
          </p:cNvPr>
          <p:cNvSpPr txBox="1"/>
          <p:nvPr/>
        </p:nvSpPr>
        <p:spPr>
          <a:xfrm>
            <a:off x="6245554" y="2374942"/>
            <a:ext cx="2630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Admin Portal</a:t>
            </a:r>
            <a:endParaRPr lang="en-IN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3A1D910-DD3A-4E3F-B244-1F1FBC912F63}"/>
              </a:ext>
            </a:extLst>
          </p:cNvPr>
          <p:cNvSpPr txBox="1"/>
          <p:nvPr/>
        </p:nvSpPr>
        <p:spPr>
          <a:xfrm>
            <a:off x="9174586" y="2376514"/>
            <a:ext cx="2630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Mail Notification</a:t>
            </a:r>
            <a:endParaRPr lang="en-IN" b="1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D63815-7DF7-07BA-A899-00B9CE072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77260-3D02-4D0A-879B-678DD93CC5F4}" type="datetime1">
              <a:rPr lang="en-US" smtClean="0"/>
              <a:t>9/3/2026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BD34CE-2332-724C-9D95-BED757C35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CAPSTONE PROJECT 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59ACF9-4F85-62E1-A9DE-1017A1A5C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A04F-A5D8-41CD-89E5-325BBB6AC5B6}" type="slidenum">
              <a:rPr lang="en-IN" smtClean="0"/>
              <a:t>20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354422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3.png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A081FE21-E2B5-42AB-A1DE-27E5B7979A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4351" y="310782"/>
            <a:ext cx="10037762" cy="1030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4DCDC03-02D0-45E2-89D0-47ED40AB4008}"/>
              </a:ext>
            </a:extLst>
          </p:cNvPr>
          <p:cNvSpPr/>
          <p:nvPr/>
        </p:nvSpPr>
        <p:spPr>
          <a:xfrm>
            <a:off x="4196531" y="1337597"/>
            <a:ext cx="3993401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cap="none" spc="0" dirty="0">
                <a:ln w="0"/>
                <a:solidFill>
                  <a:srgbClr val="C00000"/>
                </a:soli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1C89BD3-785E-499D-8D94-F13358C05A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303" y="2196446"/>
            <a:ext cx="11212113" cy="418977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476EBA-B0CD-16A6-32B5-7544B84BD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AD795-A88A-44A9-B135-7D400E4E80ED}" type="datetime1">
              <a:rPr lang="en-US" smtClean="0"/>
              <a:t>9/3/2026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F276C0-450E-7140-CB30-F17E46BFE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CAPSTONE PROJECT 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7A1DD8-2689-2F70-A74D-ED50EFE06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A04F-A5D8-41CD-89E5-325BBB6AC5B6}" type="slidenum">
              <a:rPr lang="en-IN" smtClean="0"/>
              <a:t>21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875575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2EBE6DF-2723-4CBF-BB1F-A663446B8704}"/>
              </a:ext>
            </a:extLst>
          </p:cNvPr>
          <p:cNvSpPr/>
          <p:nvPr/>
        </p:nvSpPr>
        <p:spPr>
          <a:xfrm>
            <a:off x="4392793" y="1758653"/>
            <a:ext cx="2808782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cap="none" spc="0" dirty="0">
                <a:ln w="0"/>
                <a:solidFill>
                  <a:srgbClr val="C00000"/>
                </a:soli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</a:p>
        </p:txBody>
      </p:sp>
      <p:pic>
        <p:nvPicPr>
          <p:cNvPr id="11" name="image3.png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8594F9A6-D931-4599-A740-793092205D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7119" y="285840"/>
            <a:ext cx="10037762" cy="1030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FAF6EFE-7800-4717-8992-F1E15F6587CF}"/>
              </a:ext>
            </a:extLst>
          </p:cNvPr>
          <p:cNvSpPr/>
          <p:nvPr/>
        </p:nvSpPr>
        <p:spPr>
          <a:xfrm>
            <a:off x="1436016" y="2737470"/>
            <a:ext cx="8980602" cy="25790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/>
              <a:t>Online Hotel Reservation System simplifies hotel management.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/>
              <a:t>Guests can book rooms easily from anywhere.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/>
              <a:t>Ensures accuracy, speed, and convenience.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/>
              <a:t>Helps hotels maintain organized booking records.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/>
              <a:t>Enhances overall guest satisfaction and operational efficiency.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EAF4AD-2BF9-FFA3-79E3-76B8AD7B4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5991B-236A-42FB-810C-DFE8F6C43420}" type="datetime1">
              <a:rPr lang="en-US" smtClean="0"/>
              <a:t>9/3/2026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D24AF8-D001-D6EF-4649-FE71B1129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CAPSTONE PROJECT 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BB643E-E65B-4E6B-E32E-512479DAC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A04F-A5D8-41CD-89E5-325BBB6AC5B6}" type="slidenum">
              <a:rPr lang="en-IN" smtClean="0"/>
              <a:t>22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4438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3.png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D4D8AF7C-C5BF-4947-BDE7-012B8FD555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7119" y="285840"/>
            <a:ext cx="10037762" cy="1030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05265AA-6738-452D-9CA8-B0955963CF3F}"/>
              </a:ext>
            </a:extLst>
          </p:cNvPr>
          <p:cNvSpPr/>
          <p:nvPr/>
        </p:nvSpPr>
        <p:spPr>
          <a:xfrm>
            <a:off x="4398103" y="1481251"/>
            <a:ext cx="3395801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cap="none" spc="0" dirty="0">
                <a:ln w="0"/>
                <a:solidFill>
                  <a:srgbClr val="C00000"/>
                </a:soli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Future Scope :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59BF257-04B6-45F8-841B-2D265F131C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4126" y="2257176"/>
            <a:ext cx="10037762" cy="3730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room pricing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be implemented using machine learning to adjust prices based on demand, season, and user behavior.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application support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be introduced for easier booking, cancellation, and feedback submission from anywhere.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loyalty &amp; personalization features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like reward points, personalized offers, and targeted notifications can be added to improve guest engagement.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000" dirty="0"/>
              <a:t>Providing </a:t>
            </a:r>
            <a:r>
              <a:rPr lang="en-US" sz="2000" b="1" dirty="0"/>
              <a:t>automated chatbots</a:t>
            </a:r>
            <a:r>
              <a:rPr lang="en-US" sz="2000" dirty="0"/>
              <a:t> to assist guests with bookings, FAQs, and cancellations.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D91E73-173C-3F40-8341-4B4F1EE87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891DD-F2F5-44C0-AED1-83E95480B051}" type="datetime1">
              <a:rPr lang="en-US" smtClean="0"/>
              <a:t>9/3/2026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E4C551-3C32-3FD5-24BE-F57D0F48C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CAPSTONE PROJECT 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0AADB3-DF2C-069D-9306-3C86EE2A6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A04F-A5D8-41CD-89E5-325BBB6AC5B6}" type="slidenum">
              <a:rPr lang="en-IN" smtClean="0"/>
              <a:t>23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434421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3.png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D4D8AF7C-C5BF-4947-BDE7-012B8FD555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7119" y="285840"/>
            <a:ext cx="10037762" cy="1030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3EA5BAC-D43C-4962-ADCD-B6DD2CCD91E2}"/>
              </a:ext>
            </a:extLst>
          </p:cNvPr>
          <p:cNvSpPr/>
          <p:nvPr/>
        </p:nvSpPr>
        <p:spPr>
          <a:xfrm>
            <a:off x="4661793" y="1450429"/>
            <a:ext cx="2868414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cap="none" spc="0" dirty="0">
                <a:ln w="0"/>
                <a:solidFill>
                  <a:srgbClr val="C00000"/>
                </a:soli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References :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AFB4E5A-7A7B-46E5-9A6A-0948D4A1F470}"/>
              </a:ext>
            </a:extLst>
          </p:cNvPr>
          <p:cNvSpPr/>
          <p:nvPr/>
        </p:nvSpPr>
        <p:spPr>
          <a:xfrm>
            <a:off x="974378" y="2273549"/>
            <a:ext cx="10544711" cy="4191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Stringam, B. B., &amp; Gerdes, J. H. (2021). Hotel and guest room technology. University of South Florida (USF) M3 Publishing, 17(9781732127593), 6.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Arapou, D., &amp; Kapiki, S. (2023). Enhancing the Guest Experience in Hospitality through Technology: An Outlook of the Future.</a:t>
            </a:r>
            <a:endParaRPr lang="en-US" sz="200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Gunjal, P. M. D. S. (2025). Hotel Booking Web Application using MERN Stack.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Halim, A., Rohman, A., &amp; Ifvochy, J. (2025). The Development of A Hotel Room Reservation Application Using The Laravel Framework at Abadi Hotel. ARRUS Journal of Engineering and Technology, 5(1), 88-100.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5B1530-A0AA-3039-9B15-75048CEAC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16A45-CDF1-4F91-A2E7-912E999A1C23}" type="datetime1">
              <a:rPr lang="en-US" smtClean="0"/>
              <a:t>9/3/2026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02896B-EE9B-D4C8-B817-DFC4E87B6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CAPSTONE PROJECT 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715D62-C1CC-523D-5D71-D6C5654AF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A04F-A5D8-41CD-89E5-325BBB6AC5B6}" type="slidenum">
              <a:rPr lang="en-IN" smtClean="0"/>
              <a:t>24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78989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3.png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8DBB24A6-3185-4156-A17C-6E59A403BA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4351" y="310782"/>
            <a:ext cx="10037762" cy="1030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91071E5-027A-498B-ABD2-5CC5042864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6410" y="2043064"/>
            <a:ext cx="9096375" cy="36957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1A346E-D969-33CC-DCD0-5AF4352FA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D45EF-4AEB-4B20-856D-252120CDA9B6}" type="datetime1">
              <a:rPr lang="en-US" smtClean="0"/>
              <a:t>9/3/2026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8649D3-E751-C506-4B1F-E6553661B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CAPSTONE PROJECT 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40E9F0-F5E1-BEB2-440C-5B8183A5E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A04F-A5D8-41CD-89E5-325BBB6AC5B6}" type="slidenum">
              <a:rPr lang="en-IN" smtClean="0"/>
              <a:t>25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532828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6217</TotalTime>
  <Words>1170</Words>
  <Application>Microsoft Office PowerPoint</Application>
  <PresentationFormat>Widescreen</PresentationFormat>
  <Paragraphs>251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Arial</vt:lpstr>
      <vt:lpstr>Calibri</vt:lpstr>
      <vt:lpstr>Calibri Light</vt:lpstr>
      <vt:lpstr>Times New Roman</vt:lpstr>
      <vt:lpstr>TimesNewRomanPS-BoldMT</vt:lpstr>
      <vt:lpstr>Wingdings</vt:lpstr>
      <vt:lpstr>Office Theme</vt:lpstr>
      <vt:lpstr>PowerPoint Presentation</vt:lpstr>
      <vt:lpstr>AGENDA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MODULE-3 Payment &amp; Billing System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MRUDHULA REDDY</cp:lastModifiedBy>
  <cp:revision>129</cp:revision>
  <dcterms:created xsi:type="dcterms:W3CDTF">2025-02-17T14:56:18Z</dcterms:created>
  <dcterms:modified xsi:type="dcterms:W3CDTF">2026-09-03T03:02:03Z</dcterms:modified>
</cp:coreProperties>
</file>